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21945600" cy="32918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 roundtripDataSignature="AMtx7miWppGU0+rggU14OxRnAuLftgtAv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p:scale>
          <a:sx n="33" d="100"/>
          <a:sy n="33" d="100"/>
        </p:scale>
        <p:origin x="2562" y="-18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customschemas.google.com/relationships/presentationmetadata" Target="metadata"/><Relationship Id="rId10" Type="http://schemas.openxmlformats.org/officeDocument/2006/relationships/tableStyles" Target="tableStyles.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397238" y="685800"/>
            <a:ext cx="40641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286000" y="685800"/>
            <a:ext cx="228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1645920" y="5387343"/>
            <a:ext cx="18653700" cy="11460600"/>
          </a:xfrm>
          <a:prstGeom prst="rect">
            <a:avLst/>
          </a:prstGeom>
          <a:noFill/>
          <a:ln>
            <a:noFill/>
          </a:ln>
        </p:spPr>
        <p:txBody>
          <a:bodyPr spcFirstLastPara="1" wrap="square" lIns="63500" tIns="31725" rIns="63500" bIns="31725" anchor="b" anchorCtr="0">
            <a:normAutofit/>
          </a:bodyPr>
          <a:lstStyle>
            <a:lvl1pPr lvl="0" algn="ctr">
              <a:lnSpc>
                <a:spcPct val="90000"/>
              </a:lnSpc>
              <a:spcBef>
                <a:spcPts val="0"/>
              </a:spcBef>
              <a:spcAft>
                <a:spcPts val="0"/>
              </a:spcAft>
              <a:buClr>
                <a:schemeClr val="dk1"/>
              </a:buClr>
              <a:buSzPts val="15000"/>
              <a:buFont typeface="Calibri"/>
              <a:buNone/>
              <a:defRPr sz="150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13" name="Google Shape;13;p3"/>
          <p:cNvSpPr txBox="1">
            <a:spLocks noGrp="1"/>
          </p:cNvSpPr>
          <p:nvPr>
            <p:ph type="subTitle" idx="1"/>
          </p:nvPr>
        </p:nvSpPr>
        <p:spPr>
          <a:xfrm>
            <a:off x="2743200" y="17289784"/>
            <a:ext cx="16459200" cy="7947600"/>
          </a:xfrm>
          <a:prstGeom prst="rect">
            <a:avLst/>
          </a:prstGeom>
          <a:noFill/>
          <a:ln>
            <a:noFill/>
          </a:ln>
        </p:spPr>
        <p:txBody>
          <a:bodyPr spcFirstLastPara="1" wrap="square" lIns="63500" tIns="31725" rIns="63500" bIns="31725" anchor="t" anchorCtr="0">
            <a:normAutofit/>
          </a:bodyPr>
          <a:lstStyle>
            <a:lvl1pPr lvl="0" algn="ctr">
              <a:lnSpc>
                <a:spcPct val="90000"/>
              </a:lnSpc>
              <a:spcBef>
                <a:spcPts val="2500"/>
              </a:spcBef>
              <a:spcAft>
                <a:spcPts val="0"/>
              </a:spcAft>
              <a:buClr>
                <a:schemeClr val="dk1"/>
              </a:buClr>
              <a:buSzPts val="6000"/>
              <a:buNone/>
              <a:defRPr sz="6000"/>
            </a:lvl1pPr>
            <a:lvl2pPr lvl="1" algn="ctr">
              <a:lnSpc>
                <a:spcPct val="90000"/>
              </a:lnSpc>
              <a:spcBef>
                <a:spcPts val="1300"/>
              </a:spcBef>
              <a:spcAft>
                <a:spcPts val="0"/>
              </a:spcAft>
              <a:buClr>
                <a:schemeClr val="dk1"/>
              </a:buClr>
              <a:buSzPts val="5000"/>
              <a:buNone/>
              <a:defRPr sz="5000"/>
            </a:lvl2pPr>
            <a:lvl3pPr lvl="2" algn="ctr">
              <a:lnSpc>
                <a:spcPct val="90000"/>
              </a:lnSpc>
              <a:spcBef>
                <a:spcPts val="1300"/>
              </a:spcBef>
              <a:spcAft>
                <a:spcPts val="0"/>
              </a:spcAft>
              <a:buClr>
                <a:schemeClr val="dk1"/>
              </a:buClr>
              <a:buSzPts val="4500"/>
              <a:buNone/>
              <a:defRPr sz="4500"/>
            </a:lvl3pPr>
            <a:lvl4pPr lvl="3" algn="ctr">
              <a:lnSpc>
                <a:spcPct val="90000"/>
              </a:lnSpc>
              <a:spcBef>
                <a:spcPts val="1300"/>
              </a:spcBef>
              <a:spcAft>
                <a:spcPts val="0"/>
              </a:spcAft>
              <a:buClr>
                <a:schemeClr val="dk1"/>
              </a:buClr>
              <a:buSzPts val="4000"/>
              <a:buNone/>
              <a:defRPr sz="4000"/>
            </a:lvl4pPr>
            <a:lvl5pPr lvl="4" algn="ctr">
              <a:lnSpc>
                <a:spcPct val="90000"/>
              </a:lnSpc>
              <a:spcBef>
                <a:spcPts val="1300"/>
              </a:spcBef>
              <a:spcAft>
                <a:spcPts val="0"/>
              </a:spcAft>
              <a:buClr>
                <a:schemeClr val="dk1"/>
              </a:buClr>
              <a:buSzPts val="4000"/>
              <a:buNone/>
              <a:defRPr sz="4000"/>
            </a:lvl5pPr>
            <a:lvl6pPr lvl="5" algn="ctr">
              <a:lnSpc>
                <a:spcPct val="90000"/>
              </a:lnSpc>
              <a:spcBef>
                <a:spcPts val="1300"/>
              </a:spcBef>
              <a:spcAft>
                <a:spcPts val="0"/>
              </a:spcAft>
              <a:buClr>
                <a:schemeClr val="dk1"/>
              </a:buClr>
              <a:buSzPts val="4000"/>
              <a:buNone/>
              <a:defRPr sz="4000"/>
            </a:lvl6pPr>
            <a:lvl7pPr lvl="6" algn="ctr">
              <a:lnSpc>
                <a:spcPct val="90000"/>
              </a:lnSpc>
              <a:spcBef>
                <a:spcPts val="1300"/>
              </a:spcBef>
              <a:spcAft>
                <a:spcPts val="0"/>
              </a:spcAft>
              <a:buClr>
                <a:schemeClr val="dk1"/>
              </a:buClr>
              <a:buSzPts val="4000"/>
              <a:buNone/>
              <a:defRPr sz="4000"/>
            </a:lvl7pPr>
            <a:lvl8pPr lvl="7" algn="ctr">
              <a:lnSpc>
                <a:spcPct val="90000"/>
              </a:lnSpc>
              <a:spcBef>
                <a:spcPts val="1300"/>
              </a:spcBef>
              <a:spcAft>
                <a:spcPts val="0"/>
              </a:spcAft>
              <a:buClr>
                <a:schemeClr val="dk1"/>
              </a:buClr>
              <a:buSzPts val="4000"/>
              <a:buNone/>
              <a:defRPr sz="4000"/>
            </a:lvl8pPr>
            <a:lvl9pPr lvl="8" algn="ctr">
              <a:lnSpc>
                <a:spcPct val="90000"/>
              </a:lnSpc>
              <a:spcBef>
                <a:spcPts val="1300"/>
              </a:spcBef>
              <a:spcAft>
                <a:spcPts val="0"/>
              </a:spcAft>
              <a:buClr>
                <a:schemeClr val="dk1"/>
              </a:buClr>
              <a:buSzPts val="4000"/>
              <a:buNone/>
              <a:defRPr sz="4000"/>
            </a:lvl9pPr>
          </a:lstStyle>
          <a:p>
            <a:endParaRPr/>
          </a:p>
        </p:txBody>
      </p:sp>
      <p:sp>
        <p:nvSpPr>
          <p:cNvPr id="14" name="Google Shape;14;p3"/>
          <p:cNvSpPr txBox="1">
            <a:spLocks noGrp="1"/>
          </p:cNvSpPr>
          <p:nvPr>
            <p:ph type="dt" idx="10"/>
          </p:nvPr>
        </p:nvSpPr>
        <p:spPr>
          <a:xfrm>
            <a:off x="1508760" y="30510488"/>
            <a:ext cx="4937700" cy="1752600"/>
          </a:xfrm>
          <a:prstGeom prst="rect">
            <a:avLst/>
          </a:prstGeom>
          <a:noFill/>
          <a:ln>
            <a:noFill/>
          </a:ln>
        </p:spPr>
        <p:txBody>
          <a:bodyPr spcFirstLastPara="1" wrap="square" lIns="63500" tIns="31725" rIns="63500" bIns="31725"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15" name="Google Shape;15;p3"/>
          <p:cNvSpPr txBox="1">
            <a:spLocks noGrp="1"/>
          </p:cNvSpPr>
          <p:nvPr>
            <p:ph type="ftr" idx="11"/>
          </p:nvPr>
        </p:nvSpPr>
        <p:spPr>
          <a:xfrm>
            <a:off x="7269480" y="30510488"/>
            <a:ext cx="7406700" cy="1752600"/>
          </a:xfrm>
          <a:prstGeom prst="rect">
            <a:avLst/>
          </a:prstGeom>
          <a:noFill/>
          <a:ln>
            <a:noFill/>
          </a:ln>
        </p:spPr>
        <p:txBody>
          <a:bodyPr spcFirstLastPara="1" wrap="square" lIns="63500" tIns="31725" rIns="63500" bIns="31725"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16" name="Google Shape;16;p3"/>
          <p:cNvSpPr txBox="1">
            <a:spLocks noGrp="1"/>
          </p:cNvSpPr>
          <p:nvPr>
            <p:ph type="sldNum" idx="12"/>
          </p:nvPr>
        </p:nvSpPr>
        <p:spPr>
          <a:xfrm>
            <a:off x="15499080" y="30510488"/>
            <a:ext cx="4937700" cy="1752600"/>
          </a:xfrm>
          <a:prstGeom prst="rect">
            <a:avLst/>
          </a:prstGeom>
          <a:noFill/>
          <a:ln>
            <a:noFill/>
          </a:ln>
        </p:spPr>
        <p:txBody>
          <a:bodyPr spcFirstLastPara="1" wrap="square" lIns="63500" tIns="31725" rIns="63500" bIns="31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1508760" y="1752609"/>
            <a:ext cx="18928200" cy="6362700"/>
          </a:xfrm>
          <a:prstGeom prst="rect">
            <a:avLst/>
          </a:prstGeom>
          <a:noFill/>
          <a:ln>
            <a:noFill/>
          </a:ln>
        </p:spPr>
        <p:txBody>
          <a:bodyPr spcFirstLastPara="1" wrap="square" lIns="63500" tIns="31725" rIns="63500" bIns="31725" anchor="ctr" anchorCtr="0">
            <a:normAutofit/>
          </a:bodyPr>
          <a:lstStyle>
            <a:lvl1pPr lvl="0" algn="l">
              <a:lnSpc>
                <a:spcPct val="90000"/>
              </a:lnSpc>
              <a:spcBef>
                <a:spcPts val="0"/>
              </a:spcBef>
              <a:spcAft>
                <a:spcPts val="0"/>
              </a:spcAft>
              <a:buClr>
                <a:schemeClr val="dk1"/>
              </a:buClr>
              <a:buSzPts val="13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19" name="Google Shape;19;p4"/>
          <p:cNvSpPr txBox="1">
            <a:spLocks noGrp="1"/>
          </p:cNvSpPr>
          <p:nvPr>
            <p:ph type="body" idx="1"/>
          </p:nvPr>
        </p:nvSpPr>
        <p:spPr>
          <a:xfrm>
            <a:off x="1508760" y="8763002"/>
            <a:ext cx="18928200" cy="20886300"/>
          </a:xfrm>
          <a:prstGeom prst="rect">
            <a:avLst/>
          </a:prstGeom>
          <a:noFill/>
          <a:ln>
            <a:noFill/>
          </a:ln>
        </p:spPr>
        <p:txBody>
          <a:bodyPr spcFirstLastPara="1" wrap="square" lIns="63500" tIns="31725" rIns="63500" bIns="31725" anchor="t" anchorCtr="0">
            <a:normAutofit/>
          </a:bodyPr>
          <a:lstStyle>
            <a:lvl1pPr marL="457200" lvl="0" indent="-311150" algn="l">
              <a:lnSpc>
                <a:spcPct val="90000"/>
              </a:lnSpc>
              <a:spcBef>
                <a:spcPts val="2500"/>
              </a:spcBef>
              <a:spcAft>
                <a:spcPts val="0"/>
              </a:spcAft>
              <a:buClr>
                <a:schemeClr val="dk1"/>
              </a:buClr>
              <a:buSzPts val="1300"/>
              <a:buChar char="•"/>
              <a:defRPr/>
            </a:lvl1pPr>
            <a:lvl2pPr marL="914400" lvl="1" indent="-311150" algn="l">
              <a:lnSpc>
                <a:spcPct val="90000"/>
              </a:lnSpc>
              <a:spcBef>
                <a:spcPts val="1300"/>
              </a:spcBef>
              <a:spcAft>
                <a:spcPts val="0"/>
              </a:spcAft>
              <a:buClr>
                <a:schemeClr val="dk1"/>
              </a:buClr>
              <a:buSzPts val="1300"/>
              <a:buChar char="•"/>
              <a:defRPr/>
            </a:lvl2pPr>
            <a:lvl3pPr marL="1371600" lvl="2" indent="-311150" algn="l">
              <a:lnSpc>
                <a:spcPct val="90000"/>
              </a:lnSpc>
              <a:spcBef>
                <a:spcPts val="1300"/>
              </a:spcBef>
              <a:spcAft>
                <a:spcPts val="0"/>
              </a:spcAft>
              <a:buClr>
                <a:schemeClr val="dk1"/>
              </a:buClr>
              <a:buSzPts val="1300"/>
              <a:buChar char="•"/>
              <a:defRPr/>
            </a:lvl3pPr>
            <a:lvl4pPr marL="1828800" lvl="3" indent="-311150" algn="l">
              <a:lnSpc>
                <a:spcPct val="90000"/>
              </a:lnSpc>
              <a:spcBef>
                <a:spcPts val="1300"/>
              </a:spcBef>
              <a:spcAft>
                <a:spcPts val="0"/>
              </a:spcAft>
              <a:buClr>
                <a:schemeClr val="dk1"/>
              </a:buClr>
              <a:buSzPts val="1300"/>
              <a:buChar char="•"/>
              <a:defRPr/>
            </a:lvl4pPr>
            <a:lvl5pPr marL="2286000" lvl="4" indent="-311150" algn="l">
              <a:lnSpc>
                <a:spcPct val="90000"/>
              </a:lnSpc>
              <a:spcBef>
                <a:spcPts val="1300"/>
              </a:spcBef>
              <a:spcAft>
                <a:spcPts val="0"/>
              </a:spcAft>
              <a:buClr>
                <a:schemeClr val="dk1"/>
              </a:buClr>
              <a:buSzPts val="1300"/>
              <a:buChar char="•"/>
              <a:defRPr/>
            </a:lvl5pPr>
            <a:lvl6pPr marL="2743200" lvl="5" indent="-311150" algn="l">
              <a:lnSpc>
                <a:spcPct val="90000"/>
              </a:lnSpc>
              <a:spcBef>
                <a:spcPts val="1300"/>
              </a:spcBef>
              <a:spcAft>
                <a:spcPts val="0"/>
              </a:spcAft>
              <a:buClr>
                <a:schemeClr val="dk1"/>
              </a:buClr>
              <a:buSzPts val="1300"/>
              <a:buChar char="•"/>
              <a:defRPr/>
            </a:lvl6pPr>
            <a:lvl7pPr marL="3200400" lvl="6" indent="-311150" algn="l">
              <a:lnSpc>
                <a:spcPct val="90000"/>
              </a:lnSpc>
              <a:spcBef>
                <a:spcPts val="1300"/>
              </a:spcBef>
              <a:spcAft>
                <a:spcPts val="0"/>
              </a:spcAft>
              <a:buClr>
                <a:schemeClr val="dk1"/>
              </a:buClr>
              <a:buSzPts val="1300"/>
              <a:buChar char="•"/>
              <a:defRPr/>
            </a:lvl7pPr>
            <a:lvl8pPr marL="3657600" lvl="7" indent="-311150" algn="l">
              <a:lnSpc>
                <a:spcPct val="90000"/>
              </a:lnSpc>
              <a:spcBef>
                <a:spcPts val="1300"/>
              </a:spcBef>
              <a:spcAft>
                <a:spcPts val="0"/>
              </a:spcAft>
              <a:buClr>
                <a:schemeClr val="dk1"/>
              </a:buClr>
              <a:buSzPts val="1300"/>
              <a:buChar char="•"/>
              <a:defRPr/>
            </a:lvl8pPr>
            <a:lvl9pPr marL="4114800" lvl="8" indent="-311150" algn="l">
              <a:lnSpc>
                <a:spcPct val="90000"/>
              </a:lnSpc>
              <a:spcBef>
                <a:spcPts val="1300"/>
              </a:spcBef>
              <a:spcAft>
                <a:spcPts val="0"/>
              </a:spcAft>
              <a:buClr>
                <a:schemeClr val="dk1"/>
              </a:buClr>
              <a:buSzPts val="1300"/>
              <a:buChar char="•"/>
              <a:defRPr/>
            </a:lvl9pPr>
          </a:lstStyle>
          <a:p>
            <a:endParaRPr/>
          </a:p>
        </p:txBody>
      </p:sp>
      <p:sp>
        <p:nvSpPr>
          <p:cNvPr id="20" name="Google Shape;20;p4"/>
          <p:cNvSpPr txBox="1">
            <a:spLocks noGrp="1"/>
          </p:cNvSpPr>
          <p:nvPr>
            <p:ph type="dt" idx="10"/>
          </p:nvPr>
        </p:nvSpPr>
        <p:spPr>
          <a:xfrm>
            <a:off x="1508760" y="30510488"/>
            <a:ext cx="4937700" cy="1752600"/>
          </a:xfrm>
          <a:prstGeom prst="rect">
            <a:avLst/>
          </a:prstGeom>
          <a:noFill/>
          <a:ln>
            <a:noFill/>
          </a:ln>
        </p:spPr>
        <p:txBody>
          <a:bodyPr spcFirstLastPara="1" wrap="square" lIns="63500" tIns="31725" rIns="63500" bIns="31725"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21" name="Google Shape;21;p4"/>
          <p:cNvSpPr txBox="1">
            <a:spLocks noGrp="1"/>
          </p:cNvSpPr>
          <p:nvPr>
            <p:ph type="ftr" idx="11"/>
          </p:nvPr>
        </p:nvSpPr>
        <p:spPr>
          <a:xfrm>
            <a:off x="7269480" y="30510488"/>
            <a:ext cx="7406700" cy="1752600"/>
          </a:xfrm>
          <a:prstGeom prst="rect">
            <a:avLst/>
          </a:prstGeom>
          <a:noFill/>
          <a:ln>
            <a:noFill/>
          </a:ln>
        </p:spPr>
        <p:txBody>
          <a:bodyPr spcFirstLastPara="1" wrap="square" lIns="63500" tIns="31725" rIns="63500" bIns="31725"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22" name="Google Shape;22;p4"/>
          <p:cNvSpPr txBox="1">
            <a:spLocks noGrp="1"/>
          </p:cNvSpPr>
          <p:nvPr>
            <p:ph type="sldNum" idx="12"/>
          </p:nvPr>
        </p:nvSpPr>
        <p:spPr>
          <a:xfrm>
            <a:off x="15499080" y="30510488"/>
            <a:ext cx="4937700" cy="1752600"/>
          </a:xfrm>
          <a:prstGeom prst="rect">
            <a:avLst/>
          </a:prstGeom>
          <a:noFill/>
          <a:ln>
            <a:noFill/>
          </a:ln>
        </p:spPr>
        <p:txBody>
          <a:bodyPr spcFirstLastPara="1" wrap="square" lIns="63500" tIns="31725" rIns="63500" bIns="31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1497331" y="8206751"/>
            <a:ext cx="18928200" cy="13693200"/>
          </a:xfrm>
          <a:prstGeom prst="rect">
            <a:avLst/>
          </a:prstGeom>
          <a:noFill/>
          <a:ln>
            <a:noFill/>
          </a:ln>
        </p:spPr>
        <p:txBody>
          <a:bodyPr spcFirstLastPara="1" wrap="square" lIns="63500" tIns="31725" rIns="63500" bIns="31725" anchor="b" anchorCtr="0">
            <a:normAutofit/>
          </a:bodyPr>
          <a:lstStyle>
            <a:lvl1pPr lvl="0" algn="l">
              <a:lnSpc>
                <a:spcPct val="90000"/>
              </a:lnSpc>
              <a:spcBef>
                <a:spcPts val="0"/>
              </a:spcBef>
              <a:spcAft>
                <a:spcPts val="0"/>
              </a:spcAft>
              <a:buClr>
                <a:schemeClr val="dk1"/>
              </a:buClr>
              <a:buSzPts val="15000"/>
              <a:buFont typeface="Calibri"/>
              <a:buNone/>
              <a:defRPr sz="150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25" name="Google Shape;25;p5"/>
          <p:cNvSpPr txBox="1">
            <a:spLocks noGrp="1"/>
          </p:cNvSpPr>
          <p:nvPr>
            <p:ph type="body" idx="1"/>
          </p:nvPr>
        </p:nvSpPr>
        <p:spPr>
          <a:xfrm>
            <a:off x="1497331" y="22029431"/>
            <a:ext cx="18928200" cy="7200900"/>
          </a:xfrm>
          <a:prstGeom prst="rect">
            <a:avLst/>
          </a:prstGeom>
          <a:noFill/>
          <a:ln>
            <a:noFill/>
          </a:ln>
        </p:spPr>
        <p:txBody>
          <a:bodyPr spcFirstLastPara="1" wrap="square" lIns="63500" tIns="31725" rIns="63500" bIns="31725" anchor="t" anchorCtr="0">
            <a:normAutofit/>
          </a:bodyPr>
          <a:lstStyle>
            <a:lvl1pPr marL="457200" lvl="0" indent="-228600" algn="l">
              <a:lnSpc>
                <a:spcPct val="90000"/>
              </a:lnSpc>
              <a:spcBef>
                <a:spcPts val="2500"/>
              </a:spcBef>
              <a:spcAft>
                <a:spcPts val="0"/>
              </a:spcAft>
              <a:buClr>
                <a:schemeClr val="dk1"/>
              </a:buClr>
              <a:buSzPts val="6000"/>
              <a:buNone/>
              <a:defRPr sz="6000">
                <a:solidFill>
                  <a:schemeClr val="dk1"/>
                </a:solidFill>
              </a:defRPr>
            </a:lvl1pPr>
            <a:lvl2pPr marL="914400" lvl="1" indent="-228600" algn="l">
              <a:lnSpc>
                <a:spcPct val="90000"/>
              </a:lnSpc>
              <a:spcBef>
                <a:spcPts val="1300"/>
              </a:spcBef>
              <a:spcAft>
                <a:spcPts val="0"/>
              </a:spcAft>
              <a:buClr>
                <a:srgbClr val="888888"/>
              </a:buClr>
              <a:buSzPts val="5000"/>
              <a:buNone/>
              <a:defRPr sz="5000">
                <a:solidFill>
                  <a:srgbClr val="888888"/>
                </a:solidFill>
              </a:defRPr>
            </a:lvl2pPr>
            <a:lvl3pPr marL="1371600" lvl="2" indent="-228600" algn="l">
              <a:lnSpc>
                <a:spcPct val="90000"/>
              </a:lnSpc>
              <a:spcBef>
                <a:spcPts val="1300"/>
              </a:spcBef>
              <a:spcAft>
                <a:spcPts val="0"/>
              </a:spcAft>
              <a:buClr>
                <a:srgbClr val="888888"/>
              </a:buClr>
              <a:buSzPts val="4500"/>
              <a:buNone/>
              <a:defRPr sz="4500">
                <a:solidFill>
                  <a:srgbClr val="888888"/>
                </a:solidFill>
              </a:defRPr>
            </a:lvl3pPr>
            <a:lvl4pPr marL="1828800" lvl="3" indent="-228600" algn="l">
              <a:lnSpc>
                <a:spcPct val="90000"/>
              </a:lnSpc>
              <a:spcBef>
                <a:spcPts val="1300"/>
              </a:spcBef>
              <a:spcAft>
                <a:spcPts val="0"/>
              </a:spcAft>
              <a:buClr>
                <a:srgbClr val="888888"/>
              </a:buClr>
              <a:buSzPts val="4000"/>
              <a:buNone/>
              <a:defRPr sz="4000">
                <a:solidFill>
                  <a:srgbClr val="888888"/>
                </a:solidFill>
              </a:defRPr>
            </a:lvl4pPr>
            <a:lvl5pPr marL="2286000" lvl="4" indent="-228600" algn="l">
              <a:lnSpc>
                <a:spcPct val="90000"/>
              </a:lnSpc>
              <a:spcBef>
                <a:spcPts val="1300"/>
              </a:spcBef>
              <a:spcAft>
                <a:spcPts val="0"/>
              </a:spcAft>
              <a:buClr>
                <a:srgbClr val="888888"/>
              </a:buClr>
              <a:buSzPts val="4000"/>
              <a:buNone/>
              <a:defRPr sz="4000">
                <a:solidFill>
                  <a:srgbClr val="888888"/>
                </a:solidFill>
              </a:defRPr>
            </a:lvl5pPr>
            <a:lvl6pPr marL="2743200" lvl="5" indent="-228600" algn="l">
              <a:lnSpc>
                <a:spcPct val="90000"/>
              </a:lnSpc>
              <a:spcBef>
                <a:spcPts val="1300"/>
              </a:spcBef>
              <a:spcAft>
                <a:spcPts val="0"/>
              </a:spcAft>
              <a:buClr>
                <a:srgbClr val="888888"/>
              </a:buClr>
              <a:buSzPts val="4000"/>
              <a:buNone/>
              <a:defRPr sz="4000">
                <a:solidFill>
                  <a:srgbClr val="888888"/>
                </a:solidFill>
              </a:defRPr>
            </a:lvl6pPr>
            <a:lvl7pPr marL="3200400" lvl="6" indent="-228600" algn="l">
              <a:lnSpc>
                <a:spcPct val="90000"/>
              </a:lnSpc>
              <a:spcBef>
                <a:spcPts val="1300"/>
              </a:spcBef>
              <a:spcAft>
                <a:spcPts val="0"/>
              </a:spcAft>
              <a:buClr>
                <a:srgbClr val="888888"/>
              </a:buClr>
              <a:buSzPts val="4000"/>
              <a:buNone/>
              <a:defRPr sz="4000">
                <a:solidFill>
                  <a:srgbClr val="888888"/>
                </a:solidFill>
              </a:defRPr>
            </a:lvl7pPr>
            <a:lvl8pPr marL="3657600" lvl="7" indent="-228600" algn="l">
              <a:lnSpc>
                <a:spcPct val="90000"/>
              </a:lnSpc>
              <a:spcBef>
                <a:spcPts val="1300"/>
              </a:spcBef>
              <a:spcAft>
                <a:spcPts val="0"/>
              </a:spcAft>
              <a:buClr>
                <a:srgbClr val="888888"/>
              </a:buClr>
              <a:buSzPts val="4000"/>
              <a:buNone/>
              <a:defRPr sz="4000">
                <a:solidFill>
                  <a:srgbClr val="888888"/>
                </a:solidFill>
              </a:defRPr>
            </a:lvl8pPr>
            <a:lvl9pPr marL="4114800" lvl="8" indent="-228600" algn="l">
              <a:lnSpc>
                <a:spcPct val="90000"/>
              </a:lnSpc>
              <a:spcBef>
                <a:spcPts val="1300"/>
              </a:spcBef>
              <a:spcAft>
                <a:spcPts val="0"/>
              </a:spcAft>
              <a:buClr>
                <a:srgbClr val="888888"/>
              </a:buClr>
              <a:buSzPts val="4000"/>
              <a:buNone/>
              <a:defRPr sz="4000">
                <a:solidFill>
                  <a:srgbClr val="888888"/>
                </a:solidFill>
              </a:defRPr>
            </a:lvl9pPr>
          </a:lstStyle>
          <a:p>
            <a:endParaRPr/>
          </a:p>
        </p:txBody>
      </p:sp>
      <p:sp>
        <p:nvSpPr>
          <p:cNvPr id="26" name="Google Shape;26;p5"/>
          <p:cNvSpPr txBox="1">
            <a:spLocks noGrp="1"/>
          </p:cNvSpPr>
          <p:nvPr>
            <p:ph type="dt" idx="10"/>
          </p:nvPr>
        </p:nvSpPr>
        <p:spPr>
          <a:xfrm>
            <a:off x="1508760" y="30510488"/>
            <a:ext cx="4937700" cy="1752600"/>
          </a:xfrm>
          <a:prstGeom prst="rect">
            <a:avLst/>
          </a:prstGeom>
          <a:noFill/>
          <a:ln>
            <a:noFill/>
          </a:ln>
        </p:spPr>
        <p:txBody>
          <a:bodyPr spcFirstLastPara="1" wrap="square" lIns="63500" tIns="31725" rIns="63500" bIns="31725"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27" name="Google Shape;27;p5"/>
          <p:cNvSpPr txBox="1">
            <a:spLocks noGrp="1"/>
          </p:cNvSpPr>
          <p:nvPr>
            <p:ph type="ftr" idx="11"/>
          </p:nvPr>
        </p:nvSpPr>
        <p:spPr>
          <a:xfrm>
            <a:off x="7269480" y="30510488"/>
            <a:ext cx="7406700" cy="1752600"/>
          </a:xfrm>
          <a:prstGeom prst="rect">
            <a:avLst/>
          </a:prstGeom>
          <a:noFill/>
          <a:ln>
            <a:noFill/>
          </a:ln>
        </p:spPr>
        <p:txBody>
          <a:bodyPr spcFirstLastPara="1" wrap="square" lIns="63500" tIns="31725" rIns="63500" bIns="31725"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28" name="Google Shape;28;p5"/>
          <p:cNvSpPr txBox="1">
            <a:spLocks noGrp="1"/>
          </p:cNvSpPr>
          <p:nvPr>
            <p:ph type="sldNum" idx="12"/>
          </p:nvPr>
        </p:nvSpPr>
        <p:spPr>
          <a:xfrm>
            <a:off x="15499080" y="30510488"/>
            <a:ext cx="4937700" cy="1752600"/>
          </a:xfrm>
          <a:prstGeom prst="rect">
            <a:avLst/>
          </a:prstGeom>
          <a:noFill/>
          <a:ln>
            <a:noFill/>
          </a:ln>
        </p:spPr>
        <p:txBody>
          <a:bodyPr spcFirstLastPara="1" wrap="square" lIns="63500" tIns="31725" rIns="63500" bIns="31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1508760" y="1752609"/>
            <a:ext cx="18928200" cy="6362700"/>
          </a:xfrm>
          <a:prstGeom prst="rect">
            <a:avLst/>
          </a:prstGeom>
          <a:noFill/>
          <a:ln>
            <a:noFill/>
          </a:ln>
        </p:spPr>
        <p:txBody>
          <a:bodyPr spcFirstLastPara="1" wrap="square" lIns="63500" tIns="31725" rIns="63500" bIns="31725" anchor="ctr" anchorCtr="0">
            <a:normAutofit/>
          </a:bodyPr>
          <a:lstStyle>
            <a:lvl1pPr lvl="0" algn="l">
              <a:lnSpc>
                <a:spcPct val="90000"/>
              </a:lnSpc>
              <a:spcBef>
                <a:spcPts val="0"/>
              </a:spcBef>
              <a:spcAft>
                <a:spcPts val="0"/>
              </a:spcAft>
              <a:buClr>
                <a:schemeClr val="dk1"/>
              </a:buClr>
              <a:buSzPts val="13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31" name="Google Shape;31;p6"/>
          <p:cNvSpPr txBox="1">
            <a:spLocks noGrp="1"/>
          </p:cNvSpPr>
          <p:nvPr>
            <p:ph type="body" idx="1"/>
          </p:nvPr>
        </p:nvSpPr>
        <p:spPr>
          <a:xfrm>
            <a:off x="1508760" y="8763002"/>
            <a:ext cx="9327000" cy="20886300"/>
          </a:xfrm>
          <a:prstGeom prst="rect">
            <a:avLst/>
          </a:prstGeom>
          <a:noFill/>
          <a:ln>
            <a:noFill/>
          </a:ln>
        </p:spPr>
        <p:txBody>
          <a:bodyPr spcFirstLastPara="1" wrap="square" lIns="63500" tIns="31725" rIns="63500" bIns="31725" anchor="t" anchorCtr="0">
            <a:normAutofit/>
          </a:bodyPr>
          <a:lstStyle>
            <a:lvl1pPr marL="457200" lvl="0" indent="-311150" algn="l">
              <a:lnSpc>
                <a:spcPct val="90000"/>
              </a:lnSpc>
              <a:spcBef>
                <a:spcPts val="2500"/>
              </a:spcBef>
              <a:spcAft>
                <a:spcPts val="0"/>
              </a:spcAft>
              <a:buClr>
                <a:schemeClr val="dk1"/>
              </a:buClr>
              <a:buSzPts val="1300"/>
              <a:buChar char="•"/>
              <a:defRPr/>
            </a:lvl1pPr>
            <a:lvl2pPr marL="914400" lvl="1" indent="-311150" algn="l">
              <a:lnSpc>
                <a:spcPct val="90000"/>
              </a:lnSpc>
              <a:spcBef>
                <a:spcPts val="1300"/>
              </a:spcBef>
              <a:spcAft>
                <a:spcPts val="0"/>
              </a:spcAft>
              <a:buClr>
                <a:schemeClr val="dk1"/>
              </a:buClr>
              <a:buSzPts val="1300"/>
              <a:buChar char="•"/>
              <a:defRPr/>
            </a:lvl2pPr>
            <a:lvl3pPr marL="1371600" lvl="2" indent="-311150" algn="l">
              <a:lnSpc>
                <a:spcPct val="90000"/>
              </a:lnSpc>
              <a:spcBef>
                <a:spcPts val="1300"/>
              </a:spcBef>
              <a:spcAft>
                <a:spcPts val="0"/>
              </a:spcAft>
              <a:buClr>
                <a:schemeClr val="dk1"/>
              </a:buClr>
              <a:buSzPts val="1300"/>
              <a:buChar char="•"/>
              <a:defRPr/>
            </a:lvl3pPr>
            <a:lvl4pPr marL="1828800" lvl="3" indent="-311150" algn="l">
              <a:lnSpc>
                <a:spcPct val="90000"/>
              </a:lnSpc>
              <a:spcBef>
                <a:spcPts val="1300"/>
              </a:spcBef>
              <a:spcAft>
                <a:spcPts val="0"/>
              </a:spcAft>
              <a:buClr>
                <a:schemeClr val="dk1"/>
              </a:buClr>
              <a:buSzPts val="1300"/>
              <a:buChar char="•"/>
              <a:defRPr/>
            </a:lvl4pPr>
            <a:lvl5pPr marL="2286000" lvl="4" indent="-311150" algn="l">
              <a:lnSpc>
                <a:spcPct val="90000"/>
              </a:lnSpc>
              <a:spcBef>
                <a:spcPts val="1300"/>
              </a:spcBef>
              <a:spcAft>
                <a:spcPts val="0"/>
              </a:spcAft>
              <a:buClr>
                <a:schemeClr val="dk1"/>
              </a:buClr>
              <a:buSzPts val="1300"/>
              <a:buChar char="•"/>
              <a:defRPr/>
            </a:lvl5pPr>
            <a:lvl6pPr marL="2743200" lvl="5" indent="-311150" algn="l">
              <a:lnSpc>
                <a:spcPct val="90000"/>
              </a:lnSpc>
              <a:spcBef>
                <a:spcPts val="1300"/>
              </a:spcBef>
              <a:spcAft>
                <a:spcPts val="0"/>
              </a:spcAft>
              <a:buClr>
                <a:schemeClr val="dk1"/>
              </a:buClr>
              <a:buSzPts val="1300"/>
              <a:buChar char="•"/>
              <a:defRPr/>
            </a:lvl6pPr>
            <a:lvl7pPr marL="3200400" lvl="6" indent="-311150" algn="l">
              <a:lnSpc>
                <a:spcPct val="90000"/>
              </a:lnSpc>
              <a:spcBef>
                <a:spcPts val="1300"/>
              </a:spcBef>
              <a:spcAft>
                <a:spcPts val="0"/>
              </a:spcAft>
              <a:buClr>
                <a:schemeClr val="dk1"/>
              </a:buClr>
              <a:buSzPts val="1300"/>
              <a:buChar char="•"/>
              <a:defRPr/>
            </a:lvl7pPr>
            <a:lvl8pPr marL="3657600" lvl="7" indent="-311150" algn="l">
              <a:lnSpc>
                <a:spcPct val="90000"/>
              </a:lnSpc>
              <a:spcBef>
                <a:spcPts val="1300"/>
              </a:spcBef>
              <a:spcAft>
                <a:spcPts val="0"/>
              </a:spcAft>
              <a:buClr>
                <a:schemeClr val="dk1"/>
              </a:buClr>
              <a:buSzPts val="1300"/>
              <a:buChar char="•"/>
              <a:defRPr/>
            </a:lvl8pPr>
            <a:lvl9pPr marL="4114800" lvl="8" indent="-311150" algn="l">
              <a:lnSpc>
                <a:spcPct val="90000"/>
              </a:lnSpc>
              <a:spcBef>
                <a:spcPts val="1300"/>
              </a:spcBef>
              <a:spcAft>
                <a:spcPts val="0"/>
              </a:spcAft>
              <a:buClr>
                <a:schemeClr val="dk1"/>
              </a:buClr>
              <a:buSzPts val="1300"/>
              <a:buChar char="•"/>
              <a:defRPr/>
            </a:lvl9pPr>
          </a:lstStyle>
          <a:p>
            <a:endParaRPr/>
          </a:p>
        </p:txBody>
      </p:sp>
      <p:sp>
        <p:nvSpPr>
          <p:cNvPr id="32" name="Google Shape;32;p6"/>
          <p:cNvSpPr txBox="1">
            <a:spLocks noGrp="1"/>
          </p:cNvSpPr>
          <p:nvPr>
            <p:ph type="body" idx="2"/>
          </p:nvPr>
        </p:nvSpPr>
        <p:spPr>
          <a:xfrm>
            <a:off x="11109960" y="8763002"/>
            <a:ext cx="9327000" cy="20886300"/>
          </a:xfrm>
          <a:prstGeom prst="rect">
            <a:avLst/>
          </a:prstGeom>
          <a:noFill/>
          <a:ln>
            <a:noFill/>
          </a:ln>
        </p:spPr>
        <p:txBody>
          <a:bodyPr spcFirstLastPara="1" wrap="square" lIns="63500" tIns="31725" rIns="63500" bIns="31725" anchor="t" anchorCtr="0">
            <a:normAutofit/>
          </a:bodyPr>
          <a:lstStyle>
            <a:lvl1pPr marL="457200" lvl="0" indent="-311150" algn="l">
              <a:lnSpc>
                <a:spcPct val="90000"/>
              </a:lnSpc>
              <a:spcBef>
                <a:spcPts val="2500"/>
              </a:spcBef>
              <a:spcAft>
                <a:spcPts val="0"/>
              </a:spcAft>
              <a:buClr>
                <a:schemeClr val="dk1"/>
              </a:buClr>
              <a:buSzPts val="1300"/>
              <a:buChar char="•"/>
              <a:defRPr/>
            </a:lvl1pPr>
            <a:lvl2pPr marL="914400" lvl="1" indent="-311150" algn="l">
              <a:lnSpc>
                <a:spcPct val="90000"/>
              </a:lnSpc>
              <a:spcBef>
                <a:spcPts val="1300"/>
              </a:spcBef>
              <a:spcAft>
                <a:spcPts val="0"/>
              </a:spcAft>
              <a:buClr>
                <a:schemeClr val="dk1"/>
              </a:buClr>
              <a:buSzPts val="1300"/>
              <a:buChar char="•"/>
              <a:defRPr/>
            </a:lvl2pPr>
            <a:lvl3pPr marL="1371600" lvl="2" indent="-311150" algn="l">
              <a:lnSpc>
                <a:spcPct val="90000"/>
              </a:lnSpc>
              <a:spcBef>
                <a:spcPts val="1300"/>
              </a:spcBef>
              <a:spcAft>
                <a:spcPts val="0"/>
              </a:spcAft>
              <a:buClr>
                <a:schemeClr val="dk1"/>
              </a:buClr>
              <a:buSzPts val="1300"/>
              <a:buChar char="•"/>
              <a:defRPr/>
            </a:lvl3pPr>
            <a:lvl4pPr marL="1828800" lvl="3" indent="-311150" algn="l">
              <a:lnSpc>
                <a:spcPct val="90000"/>
              </a:lnSpc>
              <a:spcBef>
                <a:spcPts val="1300"/>
              </a:spcBef>
              <a:spcAft>
                <a:spcPts val="0"/>
              </a:spcAft>
              <a:buClr>
                <a:schemeClr val="dk1"/>
              </a:buClr>
              <a:buSzPts val="1300"/>
              <a:buChar char="•"/>
              <a:defRPr/>
            </a:lvl4pPr>
            <a:lvl5pPr marL="2286000" lvl="4" indent="-311150" algn="l">
              <a:lnSpc>
                <a:spcPct val="90000"/>
              </a:lnSpc>
              <a:spcBef>
                <a:spcPts val="1300"/>
              </a:spcBef>
              <a:spcAft>
                <a:spcPts val="0"/>
              </a:spcAft>
              <a:buClr>
                <a:schemeClr val="dk1"/>
              </a:buClr>
              <a:buSzPts val="1300"/>
              <a:buChar char="•"/>
              <a:defRPr/>
            </a:lvl5pPr>
            <a:lvl6pPr marL="2743200" lvl="5" indent="-311150" algn="l">
              <a:lnSpc>
                <a:spcPct val="90000"/>
              </a:lnSpc>
              <a:spcBef>
                <a:spcPts val="1300"/>
              </a:spcBef>
              <a:spcAft>
                <a:spcPts val="0"/>
              </a:spcAft>
              <a:buClr>
                <a:schemeClr val="dk1"/>
              </a:buClr>
              <a:buSzPts val="1300"/>
              <a:buChar char="•"/>
              <a:defRPr/>
            </a:lvl6pPr>
            <a:lvl7pPr marL="3200400" lvl="6" indent="-311150" algn="l">
              <a:lnSpc>
                <a:spcPct val="90000"/>
              </a:lnSpc>
              <a:spcBef>
                <a:spcPts val="1300"/>
              </a:spcBef>
              <a:spcAft>
                <a:spcPts val="0"/>
              </a:spcAft>
              <a:buClr>
                <a:schemeClr val="dk1"/>
              </a:buClr>
              <a:buSzPts val="1300"/>
              <a:buChar char="•"/>
              <a:defRPr/>
            </a:lvl7pPr>
            <a:lvl8pPr marL="3657600" lvl="7" indent="-311150" algn="l">
              <a:lnSpc>
                <a:spcPct val="90000"/>
              </a:lnSpc>
              <a:spcBef>
                <a:spcPts val="1300"/>
              </a:spcBef>
              <a:spcAft>
                <a:spcPts val="0"/>
              </a:spcAft>
              <a:buClr>
                <a:schemeClr val="dk1"/>
              </a:buClr>
              <a:buSzPts val="1300"/>
              <a:buChar char="•"/>
              <a:defRPr/>
            </a:lvl8pPr>
            <a:lvl9pPr marL="4114800" lvl="8" indent="-311150" algn="l">
              <a:lnSpc>
                <a:spcPct val="90000"/>
              </a:lnSpc>
              <a:spcBef>
                <a:spcPts val="1300"/>
              </a:spcBef>
              <a:spcAft>
                <a:spcPts val="0"/>
              </a:spcAft>
              <a:buClr>
                <a:schemeClr val="dk1"/>
              </a:buClr>
              <a:buSzPts val="1300"/>
              <a:buChar char="•"/>
              <a:defRPr/>
            </a:lvl9pPr>
          </a:lstStyle>
          <a:p>
            <a:endParaRPr/>
          </a:p>
        </p:txBody>
      </p:sp>
      <p:sp>
        <p:nvSpPr>
          <p:cNvPr id="33" name="Google Shape;33;p6"/>
          <p:cNvSpPr txBox="1">
            <a:spLocks noGrp="1"/>
          </p:cNvSpPr>
          <p:nvPr>
            <p:ph type="dt" idx="10"/>
          </p:nvPr>
        </p:nvSpPr>
        <p:spPr>
          <a:xfrm>
            <a:off x="1508760" y="30510488"/>
            <a:ext cx="4937700" cy="1752600"/>
          </a:xfrm>
          <a:prstGeom prst="rect">
            <a:avLst/>
          </a:prstGeom>
          <a:noFill/>
          <a:ln>
            <a:noFill/>
          </a:ln>
        </p:spPr>
        <p:txBody>
          <a:bodyPr spcFirstLastPara="1" wrap="square" lIns="63500" tIns="31725" rIns="63500" bIns="31725"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34" name="Google Shape;34;p6"/>
          <p:cNvSpPr txBox="1">
            <a:spLocks noGrp="1"/>
          </p:cNvSpPr>
          <p:nvPr>
            <p:ph type="ftr" idx="11"/>
          </p:nvPr>
        </p:nvSpPr>
        <p:spPr>
          <a:xfrm>
            <a:off x="7269480" y="30510488"/>
            <a:ext cx="7406700" cy="1752600"/>
          </a:xfrm>
          <a:prstGeom prst="rect">
            <a:avLst/>
          </a:prstGeom>
          <a:noFill/>
          <a:ln>
            <a:noFill/>
          </a:ln>
        </p:spPr>
        <p:txBody>
          <a:bodyPr spcFirstLastPara="1" wrap="square" lIns="63500" tIns="31725" rIns="63500" bIns="31725"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35" name="Google Shape;35;p6"/>
          <p:cNvSpPr txBox="1">
            <a:spLocks noGrp="1"/>
          </p:cNvSpPr>
          <p:nvPr>
            <p:ph type="sldNum" idx="12"/>
          </p:nvPr>
        </p:nvSpPr>
        <p:spPr>
          <a:xfrm>
            <a:off x="15499080" y="30510488"/>
            <a:ext cx="4937700" cy="1752600"/>
          </a:xfrm>
          <a:prstGeom prst="rect">
            <a:avLst/>
          </a:prstGeom>
          <a:noFill/>
          <a:ln>
            <a:noFill/>
          </a:ln>
        </p:spPr>
        <p:txBody>
          <a:bodyPr spcFirstLastPara="1" wrap="square" lIns="63500" tIns="31725" rIns="63500" bIns="31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1511619" y="1752609"/>
            <a:ext cx="18928200" cy="6362700"/>
          </a:xfrm>
          <a:prstGeom prst="rect">
            <a:avLst/>
          </a:prstGeom>
          <a:noFill/>
          <a:ln>
            <a:noFill/>
          </a:ln>
        </p:spPr>
        <p:txBody>
          <a:bodyPr spcFirstLastPara="1" wrap="square" lIns="63500" tIns="31725" rIns="63500" bIns="31725" anchor="ctr" anchorCtr="0">
            <a:normAutofit/>
          </a:bodyPr>
          <a:lstStyle>
            <a:lvl1pPr lvl="0" algn="l">
              <a:lnSpc>
                <a:spcPct val="90000"/>
              </a:lnSpc>
              <a:spcBef>
                <a:spcPts val="0"/>
              </a:spcBef>
              <a:spcAft>
                <a:spcPts val="0"/>
              </a:spcAft>
              <a:buClr>
                <a:schemeClr val="dk1"/>
              </a:buClr>
              <a:buSzPts val="13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38" name="Google Shape;38;p7"/>
          <p:cNvSpPr txBox="1">
            <a:spLocks noGrp="1"/>
          </p:cNvSpPr>
          <p:nvPr>
            <p:ph type="body" idx="1"/>
          </p:nvPr>
        </p:nvSpPr>
        <p:spPr>
          <a:xfrm>
            <a:off x="1511621" y="8069584"/>
            <a:ext cx="9284100" cy="3954900"/>
          </a:xfrm>
          <a:prstGeom prst="rect">
            <a:avLst/>
          </a:prstGeom>
          <a:noFill/>
          <a:ln>
            <a:noFill/>
          </a:ln>
        </p:spPr>
        <p:txBody>
          <a:bodyPr spcFirstLastPara="1" wrap="square" lIns="63500" tIns="31725" rIns="63500" bIns="31725" anchor="b" anchorCtr="0">
            <a:normAutofit/>
          </a:bodyPr>
          <a:lstStyle>
            <a:lvl1pPr marL="457200" lvl="0" indent="-228600" algn="l">
              <a:lnSpc>
                <a:spcPct val="90000"/>
              </a:lnSpc>
              <a:spcBef>
                <a:spcPts val="2500"/>
              </a:spcBef>
              <a:spcAft>
                <a:spcPts val="0"/>
              </a:spcAft>
              <a:buClr>
                <a:schemeClr val="dk1"/>
              </a:buClr>
              <a:buSzPts val="6000"/>
              <a:buNone/>
              <a:defRPr sz="6000" b="1"/>
            </a:lvl1pPr>
            <a:lvl2pPr marL="914400" lvl="1" indent="-228600" algn="l">
              <a:lnSpc>
                <a:spcPct val="90000"/>
              </a:lnSpc>
              <a:spcBef>
                <a:spcPts val="1300"/>
              </a:spcBef>
              <a:spcAft>
                <a:spcPts val="0"/>
              </a:spcAft>
              <a:buClr>
                <a:schemeClr val="dk1"/>
              </a:buClr>
              <a:buSzPts val="5000"/>
              <a:buNone/>
              <a:defRPr sz="5000" b="1"/>
            </a:lvl2pPr>
            <a:lvl3pPr marL="1371600" lvl="2" indent="-228600" algn="l">
              <a:lnSpc>
                <a:spcPct val="90000"/>
              </a:lnSpc>
              <a:spcBef>
                <a:spcPts val="1300"/>
              </a:spcBef>
              <a:spcAft>
                <a:spcPts val="0"/>
              </a:spcAft>
              <a:buClr>
                <a:schemeClr val="dk1"/>
              </a:buClr>
              <a:buSzPts val="4500"/>
              <a:buNone/>
              <a:defRPr sz="4500" b="1"/>
            </a:lvl3pPr>
            <a:lvl4pPr marL="1828800" lvl="3" indent="-228600" algn="l">
              <a:lnSpc>
                <a:spcPct val="90000"/>
              </a:lnSpc>
              <a:spcBef>
                <a:spcPts val="1300"/>
              </a:spcBef>
              <a:spcAft>
                <a:spcPts val="0"/>
              </a:spcAft>
              <a:buClr>
                <a:schemeClr val="dk1"/>
              </a:buClr>
              <a:buSzPts val="4000"/>
              <a:buNone/>
              <a:defRPr sz="4000" b="1"/>
            </a:lvl4pPr>
            <a:lvl5pPr marL="2286000" lvl="4" indent="-228600" algn="l">
              <a:lnSpc>
                <a:spcPct val="90000"/>
              </a:lnSpc>
              <a:spcBef>
                <a:spcPts val="1300"/>
              </a:spcBef>
              <a:spcAft>
                <a:spcPts val="0"/>
              </a:spcAft>
              <a:buClr>
                <a:schemeClr val="dk1"/>
              </a:buClr>
              <a:buSzPts val="4000"/>
              <a:buNone/>
              <a:defRPr sz="4000" b="1"/>
            </a:lvl5pPr>
            <a:lvl6pPr marL="2743200" lvl="5" indent="-228600" algn="l">
              <a:lnSpc>
                <a:spcPct val="90000"/>
              </a:lnSpc>
              <a:spcBef>
                <a:spcPts val="1300"/>
              </a:spcBef>
              <a:spcAft>
                <a:spcPts val="0"/>
              </a:spcAft>
              <a:buClr>
                <a:schemeClr val="dk1"/>
              </a:buClr>
              <a:buSzPts val="4000"/>
              <a:buNone/>
              <a:defRPr sz="4000" b="1"/>
            </a:lvl6pPr>
            <a:lvl7pPr marL="3200400" lvl="6" indent="-228600" algn="l">
              <a:lnSpc>
                <a:spcPct val="90000"/>
              </a:lnSpc>
              <a:spcBef>
                <a:spcPts val="1300"/>
              </a:spcBef>
              <a:spcAft>
                <a:spcPts val="0"/>
              </a:spcAft>
              <a:buClr>
                <a:schemeClr val="dk1"/>
              </a:buClr>
              <a:buSzPts val="4000"/>
              <a:buNone/>
              <a:defRPr sz="4000" b="1"/>
            </a:lvl7pPr>
            <a:lvl8pPr marL="3657600" lvl="7" indent="-228600" algn="l">
              <a:lnSpc>
                <a:spcPct val="90000"/>
              </a:lnSpc>
              <a:spcBef>
                <a:spcPts val="1300"/>
              </a:spcBef>
              <a:spcAft>
                <a:spcPts val="0"/>
              </a:spcAft>
              <a:buClr>
                <a:schemeClr val="dk1"/>
              </a:buClr>
              <a:buSzPts val="4000"/>
              <a:buNone/>
              <a:defRPr sz="4000" b="1"/>
            </a:lvl8pPr>
            <a:lvl9pPr marL="4114800" lvl="8" indent="-228600" algn="l">
              <a:lnSpc>
                <a:spcPct val="90000"/>
              </a:lnSpc>
              <a:spcBef>
                <a:spcPts val="1300"/>
              </a:spcBef>
              <a:spcAft>
                <a:spcPts val="0"/>
              </a:spcAft>
              <a:buClr>
                <a:schemeClr val="dk1"/>
              </a:buClr>
              <a:buSzPts val="4000"/>
              <a:buNone/>
              <a:defRPr sz="4000" b="1"/>
            </a:lvl9pPr>
          </a:lstStyle>
          <a:p>
            <a:endParaRPr/>
          </a:p>
        </p:txBody>
      </p:sp>
      <p:sp>
        <p:nvSpPr>
          <p:cNvPr id="39" name="Google Shape;39;p7"/>
          <p:cNvSpPr txBox="1">
            <a:spLocks noGrp="1"/>
          </p:cNvSpPr>
          <p:nvPr>
            <p:ph type="body" idx="2"/>
          </p:nvPr>
        </p:nvSpPr>
        <p:spPr>
          <a:xfrm>
            <a:off x="1511621" y="12024360"/>
            <a:ext cx="9284100" cy="17685900"/>
          </a:xfrm>
          <a:prstGeom prst="rect">
            <a:avLst/>
          </a:prstGeom>
          <a:noFill/>
          <a:ln>
            <a:noFill/>
          </a:ln>
        </p:spPr>
        <p:txBody>
          <a:bodyPr spcFirstLastPara="1" wrap="square" lIns="63500" tIns="31725" rIns="63500" bIns="31725" anchor="t" anchorCtr="0">
            <a:normAutofit/>
          </a:bodyPr>
          <a:lstStyle>
            <a:lvl1pPr marL="457200" lvl="0" indent="-311150" algn="l">
              <a:lnSpc>
                <a:spcPct val="90000"/>
              </a:lnSpc>
              <a:spcBef>
                <a:spcPts val="2500"/>
              </a:spcBef>
              <a:spcAft>
                <a:spcPts val="0"/>
              </a:spcAft>
              <a:buClr>
                <a:schemeClr val="dk1"/>
              </a:buClr>
              <a:buSzPts val="1300"/>
              <a:buChar char="•"/>
              <a:defRPr/>
            </a:lvl1pPr>
            <a:lvl2pPr marL="914400" lvl="1" indent="-311150" algn="l">
              <a:lnSpc>
                <a:spcPct val="90000"/>
              </a:lnSpc>
              <a:spcBef>
                <a:spcPts val="1300"/>
              </a:spcBef>
              <a:spcAft>
                <a:spcPts val="0"/>
              </a:spcAft>
              <a:buClr>
                <a:schemeClr val="dk1"/>
              </a:buClr>
              <a:buSzPts val="1300"/>
              <a:buChar char="•"/>
              <a:defRPr/>
            </a:lvl2pPr>
            <a:lvl3pPr marL="1371600" lvl="2" indent="-311150" algn="l">
              <a:lnSpc>
                <a:spcPct val="90000"/>
              </a:lnSpc>
              <a:spcBef>
                <a:spcPts val="1300"/>
              </a:spcBef>
              <a:spcAft>
                <a:spcPts val="0"/>
              </a:spcAft>
              <a:buClr>
                <a:schemeClr val="dk1"/>
              </a:buClr>
              <a:buSzPts val="1300"/>
              <a:buChar char="•"/>
              <a:defRPr/>
            </a:lvl3pPr>
            <a:lvl4pPr marL="1828800" lvl="3" indent="-311150" algn="l">
              <a:lnSpc>
                <a:spcPct val="90000"/>
              </a:lnSpc>
              <a:spcBef>
                <a:spcPts val="1300"/>
              </a:spcBef>
              <a:spcAft>
                <a:spcPts val="0"/>
              </a:spcAft>
              <a:buClr>
                <a:schemeClr val="dk1"/>
              </a:buClr>
              <a:buSzPts val="1300"/>
              <a:buChar char="•"/>
              <a:defRPr/>
            </a:lvl4pPr>
            <a:lvl5pPr marL="2286000" lvl="4" indent="-311150" algn="l">
              <a:lnSpc>
                <a:spcPct val="90000"/>
              </a:lnSpc>
              <a:spcBef>
                <a:spcPts val="1300"/>
              </a:spcBef>
              <a:spcAft>
                <a:spcPts val="0"/>
              </a:spcAft>
              <a:buClr>
                <a:schemeClr val="dk1"/>
              </a:buClr>
              <a:buSzPts val="1300"/>
              <a:buChar char="•"/>
              <a:defRPr/>
            </a:lvl5pPr>
            <a:lvl6pPr marL="2743200" lvl="5" indent="-311150" algn="l">
              <a:lnSpc>
                <a:spcPct val="90000"/>
              </a:lnSpc>
              <a:spcBef>
                <a:spcPts val="1300"/>
              </a:spcBef>
              <a:spcAft>
                <a:spcPts val="0"/>
              </a:spcAft>
              <a:buClr>
                <a:schemeClr val="dk1"/>
              </a:buClr>
              <a:buSzPts val="1300"/>
              <a:buChar char="•"/>
              <a:defRPr/>
            </a:lvl6pPr>
            <a:lvl7pPr marL="3200400" lvl="6" indent="-311150" algn="l">
              <a:lnSpc>
                <a:spcPct val="90000"/>
              </a:lnSpc>
              <a:spcBef>
                <a:spcPts val="1300"/>
              </a:spcBef>
              <a:spcAft>
                <a:spcPts val="0"/>
              </a:spcAft>
              <a:buClr>
                <a:schemeClr val="dk1"/>
              </a:buClr>
              <a:buSzPts val="1300"/>
              <a:buChar char="•"/>
              <a:defRPr/>
            </a:lvl7pPr>
            <a:lvl8pPr marL="3657600" lvl="7" indent="-311150" algn="l">
              <a:lnSpc>
                <a:spcPct val="90000"/>
              </a:lnSpc>
              <a:spcBef>
                <a:spcPts val="1300"/>
              </a:spcBef>
              <a:spcAft>
                <a:spcPts val="0"/>
              </a:spcAft>
              <a:buClr>
                <a:schemeClr val="dk1"/>
              </a:buClr>
              <a:buSzPts val="1300"/>
              <a:buChar char="•"/>
              <a:defRPr/>
            </a:lvl8pPr>
            <a:lvl9pPr marL="4114800" lvl="8" indent="-311150" algn="l">
              <a:lnSpc>
                <a:spcPct val="90000"/>
              </a:lnSpc>
              <a:spcBef>
                <a:spcPts val="1300"/>
              </a:spcBef>
              <a:spcAft>
                <a:spcPts val="0"/>
              </a:spcAft>
              <a:buClr>
                <a:schemeClr val="dk1"/>
              </a:buClr>
              <a:buSzPts val="1300"/>
              <a:buChar char="•"/>
              <a:defRPr/>
            </a:lvl9pPr>
          </a:lstStyle>
          <a:p>
            <a:endParaRPr/>
          </a:p>
        </p:txBody>
      </p:sp>
      <p:sp>
        <p:nvSpPr>
          <p:cNvPr id="40" name="Google Shape;40;p7"/>
          <p:cNvSpPr txBox="1">
            <a:spLocks noGrp="1"/>
          </p:cNvSpPr>
          <p:nvPr>
            <p:ph type="body" idx="3"/>
          </p:nvPr>
        </p:nvSpPr>
        <p:spPr>
          <a:xfrm>
            <a:off x="11109962" y="8069584"/>
            <a:ext cx="9329700" cy="3954900"/>
          </a:xfrm>
          <a:prstGeom prst="rect">
            <a:avLst/>
          </a:prstGeom>
          <a:noFill/>
          <a:ln>
            <a:noFill/>
          </a:ln>
        </p:spPr>
        <p:txBody>
          <a:bodyPr spcFirstLastPara="1" wrap="square" lIns="63500" tIns="31725" rIns="63500" bIns="31725" anchor="b" anchorCtr="0">
            <a:normAutofit/>
          </a:bodyPr>
          <a:lstStyle>
            <a:lvl1pPr marL="457200" lvl="0" indent="-228600" algn="l">
              <a:lnSpc>
                <a:spcPct val="90000"/>
              </a:lnSpc>
              <a:spcBef>
                <a:spcPts val="2500"/>
              </a:spcBef>
              <a:spcAft>
                <a:spcPts val="0"/>
              </a:spcAft>
              <a:buClr>
                <a:schemeClr val="dk1"/>
              </a:buClr>
              <a:buSzPts val="6000"/>
              <a:buNone/>
              <a:defRPr sz="6000" b="1"/>
            </a:lvl1pPr>
            <a:lvl2pPr marL="914400" lvl="1" indent="-228600" algn="l">
              <a:lnSpc>
                <a:spcPct val="90000"/>
              </a:lnSpc>
              <a:spcBef>
                <a:spcPts val="1300"/>
              </a:spcBef>
              <a:spcAft>
                <a:spcPts val="0"/>
              </a:spcAft>
              <a:buClr>
                <a:schemeClr val="dk1"/>
              </a:buClr>
              <a:buSzPts val="5000"/>
              <a:buNone/>
              <a:defRPr sz="5000" b="1"/>
            </a:lvl2pPr>
            <a:lvl3pPr marL="1371600" lvl="2" indent="-228600" algn="l">
              <a:lnSpc>
                <a:spcPct val="90000"/>
              </a:lnSpc>
              <a:spcBef>
                <a:spcPts val="1300"/>
              </a:spcBef>
              <a:spcAft>
                <a:spcPts val="0"/>
              </a:spcAft>
              <a:buClr>
                <a:schemeClr val="dk1"/>
              </a:buClr>
              <a:buSzPts val="4500"/>
              <a:buNone/>
              <a:defRPr sz="4500" b="1"/>
            </a:lvl3pPr>
            <a:lvl4pPr marL="1828800" lvl="3" indent="-228600" algn="l">
              <a:lnSpc>
                <a:spcPct val="90000"/>
              </a:lnSpc>
              <a:spcBef>
                <a:spcPts val="1300"/>
              </a:spcBef>
              <a:spcAft>
                <a:spcPts val="0"/>
              </a:spcAft>
              <a:buClr>
                <a:schemeClr val="dk1"/>
              </a:buClr>
              <a:buSzPts val="4000"/>
              <a:buNone/>
              <a:defRPr sz="4000" b="1"/>
            </a:lvl4pPr>
            <a:lvl5pPr marL="2286000" lvl="4" indent="-228600" algn="l">
              <a:lnSpc>
                <a:spcPct val="90000"/>
              </a:lnSpc>
              <a:spcBef>
                <a:spcPts val="1300"/>
              </a:spcBef>
              <a:spcAft>
                <a:spcPts val="0"/>
              </a:spcAft>
              <a:buClr>
                <a:schemeClr val="dk1"/>
              </a:buClr>
              <a:buSzPts val="4000"/>
              <a:buNone/>
              <a:defRPr sz="4000" b="1"/>
            </a:lvl5pPr>
            <a:lvl6pPr marL="2743200" lvl="5" indent="-228600" algn="l">
              <a:lnSpc>
                <a:spcPct val="90000"/>
              </a:lnSpc>
              <a:spcBef>
                <a:spcPts val="1300"/>
              </a:spcBef>
              <a:spcAft>
                <a:spcPts val="0"/>
              </a:spcAft>
              <a:buClr>
                <a:schemeClr val="dk1"/>
              </a:buClr>
              <a:buSzPts val="4000"/>
              <a:buNone/>
              <a:defRPr sz="4000" b="1"/>
            </a:lvl6pPr>
            <a:lvl7pPr marL="3200400" lvl="6" indent="-228600" algn="l">
              <a:lnSpc>
                <a:spcPct val="90000"/>
              </a:lnSpc>
              <a:spcBef>
                <a:spcPts val="1300"/>
              </a:spcBef>
              <a:spcAft>
                <a:spcPts val="0"/>
              </a:spcAft>
              <a:buClr>
                <a:schemeClr val="dk1"/>
              </a:buClr>
              <a:buSzPts val="4000"/>
              <a:buNone/>
              <a:defRPr sz="4000" b="1"/>
            </a:lvl7pPr>
            <a:lvl8pPr marL="3657600" lvl="7" indent="-228600" algn="l">
              <a:lnSpc>
                <a:spcPct val="90000"/>
              </a:lnSpc>
              <a:spcBef>
                <a:spcPts val="1300"/>
              </a:spcBef>
              <a:spcAft>
                <a:spcPts val="0"/>
              </a:spcAft>
              <a:buClr>
                <a:schemeClr val="dk1"/>
              </a:buClr>
              <a:buSzPts val="4000"/>
              <a:buNone/>
              <a:defRPr sz="4000" b="1"/>
            </a:lvl8pPr>
            <a:lvl9pPr marL="4114800" lvl="8" indent="-228600" algn="l">
              <a:lnSpc>
                <a:spcPct val="90000"/>
              </a:lnSpc>
              <a:spcBef>
                <a:spcPts val="1300"/>
              </a:spcBef>
              <a:spcAft>
                <a:spcPts val="0"/>
              </a:spcAft>
              <a:buClr>
                <a:schemeClr val="dk1"/>
              </a:buClr>
              <a:buSzPts val="4000"/>
              <a:buNone/>
              <a:defRPr sz="4000" b="1"/>
            </a:lvl9pPr>
          </a:lstStyle>
          <a:p>
            <a:endParaRPr/>
          </a:p>
        </p:txBody>
      </p:sp>
      <p:sp>
        <p:nvSpPr>
          <p:cNvPr id="41" name="Google Shape;41;p7"/>
          <p:cNvSpPr txBox="1">
            <a:spLocks noGrp="1"/>
          </p:cNvSpPr>
          <p:nvPr>
            <p:ph type="body" idx="4"/>
          </p:nvPr>
        </p:nvSpPr>
        <p:spPr>
          <a:xfrm>
            <a:off x="11109962" y="12024360"/>
            <a:ext cx="9329700" cy="17685900"/>
          </a:xfrm>
          <a:prstGeom prst="rect">
            <a:avLst/>
          </a:prstGeom>
          <a:noFill/>
          <a:ln>
            <a:noFill/>
          </a:ln>
        </p:spPr>
        <p:txBody>
          <a:bodyPr spcFirstLastPara="1" wrap="square" lIns="63500" tIns="31725" rIns="63500" bIns="31725" anchor="t" anchorCtr="0">
            <a:normAutofit/>
          </a:bodyPr>
          <a:lstStyle>
            <a:lvl1pPr marL="457200" lvl="0" indent="-311150" algn="l">
              <a:lnSpc>
                <a:spcPct val="90000"/>
              </a:lnSpc>
              <a:spcBef>
                <a:spcPts val="2500"/>
              </a:spcBef>
              <a:spcAft>
                <a:spcPts val="0"/>
              </a:spcAft>
              <a:buClr>
                <a:schemeClr val="dk1"/>
              </a:buClr>
              <a:buSzPts val="1300"/>
              <a:buChar char="•"/>
              <a:defRPr/>
            </a:lvl1pPr>
            <a:lvl2pPr marL="914400" lvl="1" indent="-311150" algn="l">
              <a:lnSpc>
                <a:spcPct val="90000"/>
              </a:lnSpc>
              <a:spcBef>
                <a:spcPts val="1300"/>
              </a:spcBef>
              <a:spcAft>
                <a:spcPts val="0"/>
              </a:spcAft>
              <a:buClr>
                <a:schemeClr val="dk1"/>
              </a:buClr>
              <a:buSzPts val="1300"/>
              <a:buChar char="•"/>
              <a:defRPr/>
            </a:lvl2pPr>
            <a:lvl3pPr marL="1371600" lvl="2" indent="-311150" algn="l">
              <a:lnSpc>
                <a:spcPct val="90000"/>
              </a:lnSpc>
              <a:spcBef>
                <a:spcPts val="1300"/>
              </a:spcBef>
              <a:spcAft>
                <a:spcPts val="0"/>
              </a:spcAft>
              <a:buClr>
                <a:schemeClr val="dk1"/>
              </a:buClr>
              <a:buSzPts val="1300"/>
              <a:buChar char="•"/>
              <a:defRPr/>
            </a:lvl3pPr>
            <a:lvl4pPr marL="1828800" lvl="3" indent="-311150" algn="l">
              <a:lnSpc>
                <a:spcPct val="90000"/>
              </a:lnSpc>
              <a:spcBef>
                <a:spcPts val="1300"/>
              </a:spcBef>
              <a:spcAft>
                <a:spcPts val="0"/>
              </a:spcAft>
              <a:buClr>
                <a:schemeClr val="dk1"/>
              </a:buClr>
              <a:buSzPts val="1300"/>
              <a:buChar char="•"/>
              <a:defRPr/>
            </a:lvl4pPr>
            <a:lvl5pPr marL="2286000" lvl="4" indent="-311150" algn="l">
              <a:lnSpc>
                <a:spcPct val="90000"/>
              </a:lnSpc>
              <a:spcBef>
                <a:spcPts val="1300"/>
              </a:spcBef>
              <a:spcAft>
                <a:spcPts val="0"/>
              </a:spcAft>
              <a:buClr>
                <a:schemeClr val="dk1"/>
              </a:buClr>
              <a:buSzPts val="1300"/>
              <a:buChar char="•"/>
              <a:defRPr/>
            </a:lvl5pPr>
            <a:lvl6pPr marL="2743200" lvl="5" indent="-311150" algn="l">
              <a:lnSpc>
                <a:spcPct val="90000"/>
              </a:lnSpc>
              <a:spcBef>
                <a:spcPts val="1300"/>
              </a:spcBef>
              <a:spcAft>
                <a:spcPts val="0"/>
              </a:spcAft>
              <a:buClr>
                <a:schemeClr val="dk1"/>
              </a:buClr>
              <a:buSzPts val="1300"/>
              <a:buChar char="•"/>
              <a:defRPr/>
            </a:lvl6pPr>
            <a:lvl7pPr marL="3200400" lvl="6" indent="-311150" algn="l">
              <a:lnSpc>
                <a:spcPct val="90000"/>
              </a:lnSpc>
              <a:spcBef>
                <a:spcPts val="1300"/>
              </a:spcBef>
              <a:spcAft>
                <a:spcPts val="0"/>
              </a:spcAft>
              <a:buClr>
                <a:schemeClr val="dk1"/>
              </a:buClr>
              <a:buSzPts val="1300"/>
              <a:buChar char="•"/>
              <a:defRPr/>
            </a:lvl7pPr>
            <a:lvl8pPr marL="3657600" lvl="7" indent="-311150" algn="l">
              <a:lnSpc>
                <a:spcPct val="90000"/>
              </a:lnSpc>
              <a:spcBef>
                <a:spcPts val="1300"/>
              </a:spcBef>
              <a:spcAft>
                <a:spcPts val="0"/>
              </a:spcAft>
              <a:buClr>
                <a:schemeClr val="dk1"/>
              </a:buClr>
              <a:buSzPts val="1300"/>
              <a:buChar char="•"/>
              <a:defRPr/>
            </a:lvl8pPr>
            <a:lvl9pPr marL="4114800" lvl="8" indent="-311150" algn="l">
              <a:lnSpc>
                <a:spcPct val="90000"/>
              </a:lnSpc>
              <a:spcBef>
                <a:spcPts val="1300"/>
              </a:spcBef>
              <a:spcAft>
                <a:spcPts val="0"/>
              </a:spcAft>
              <a:buClr>
                <a:schemeClr val="dk1"/>
              </a:buClr>
              <a:buSzPts val="1300"/>
              <a:buChar char="•"/>
              <a:defRPr/>
            </a:lvl9pPr>
          </a:lstStyle>
          <a:p>
            <a:endParaRPr/>
          </a:p>
        </p:txBody>
      </p:sp>
      <p:sp>
        <p:nvSpPr>
          <p:cNvPr id="42" name="Google Shape;42;p7"/>
          <p:cNvSpPr txBox="1">
            <a:spLocks noGrp="1"/>
          </p:cNvSpPr>
          <p:nvPr>
            <p:ph type="dt" idx="10"/>
          </p:nvPr>
        </p:nvSpPr>
        <p:spPr>
          <a:xfrm>
            <a:off x="1508760" y="30510488"/>
            <a:ext cx="4937700" cy="1752600"/>
          </a:xfrm>
          <a:prstGeom prst="rect">
            <a:avLst/>
          </a:prstGeom>
          <a:noFill/>
          <a:ln>
            <a:noFill/>
          </a:ln>
        </p:spPr>
        <p:txBody>
          <a:bodyPr spcFirstLastPara="1" wrap="square" lIns="63500" tIns="31725" rIns="63500" bIns="31725"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43" name="Google Shape;43;p7"/>
          <p:cNvSpPr txBox="1">
            <a:spLocks noGrp="1"/>
          </p:cNvSpPr>
          <p:nvPr>
            <p:ph type="ftr" idx="11"/>
          </p:nvPr>
        </p:nvSpPr>
        <p:spPr>
          <a:xfrm>
            <a:off x="7269480" y="30510488"/>
            <a:ext cx="7406700" cy="1752600"/>
          </a:xfrm>
          <a:prstGeom prst="rect">
            <a:avLst/>
          </a:prstGeom>
          <a:noFill/>
          <a:ln>
            <a:noFill/>
          </a:ln>
        </p:spPr>
        <p:txBody>
          <a:bodyPr spcFirstLastPara="1" wrap="square" lIns="63500" tIns="31725" rIns="63500" bIns="31725"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44" name="Google Shape;44;p7"/>
          <p:cNvSpPr txBox="1">
            <a:spLocks noGrp="1"/>
          </p:cNvSpPr>
          <p:nvPr>
            <p:ph type="sldNum" idx="12"/>
          </p:nvPr>
        </p:nvSpPr>
        <p:spPr>
          <a:xfrm>
            <a:off x="15499080" y="30510488"/>
            <a:ext cx="4937700" cy="1752600"/>
          </a:xfrm>
          <a:prstGeom prst="rect">
            <a:avLst/>
          </a:prstGeom>
          <a:noFill/>
          <a:ln>
            <a:noFill/>
          </a:ln>
        </p:spPr>
        <p:txBody>
          <a:bodyPr spcFirstLastPara="1" wrap="square" lIns="63500" tIns="31725" rIns="63500" bIns="31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1508760" y="1752609"/>
            <a:ext cx="18928200" cy="6362700"/>
          </a:xfrm>
          <a:prstGeom prst="rect">
            <a:avLst/>
          </a:prstGeom>
          <a:noFill/>
          <a:ln>
            <a:noFill/>
          </a:ln>
        </p:spPr>
        <p:txBody>
          <a:bodyPr spcFirstLastPara="1" wrap="square" lIns="63500" tIns="31725" rIns="63500" bIns="31725" anchor="ctr" anchorCtr="0">
            <a:normAutofit/>
          </a:bodyPr>
          <a:lstStyle>
            <a:lvl1pPr lvl="0" algn="l">
              <a:lnSpc>
                <a:spcPct val="90000"/>
              </a:lnSpc>
              <a:spcBef>
                <a:spcPts val="0"/>
              </a:spcBef>
              <a:spcAft>
                <a:spcPts val="0"/>
              </a:spcAft>
              <a:buClr>
                <a:schemeClr val="dk1"/>
              </a:buClr>
              <a:buSzPts val="13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47" name="Google Shape;47;p8"/>
          <p:cNvSpPr txBox="1">
            <a:spLocks noGrp="1"/>
          </p:cNvSpPr>
          <p:nvPr>
            <p:ph type="dt" idx="10"/>
          </p:nvPr>
        </p:nvSpPr>
        <p:spPr>
          <a:xfrm>
            <a:off x="1508760" y="30510488"/>
            <a:ext cx="4937700" cy="1752600"/>
          </a:xfrm>
          <a:prstGeom prst="rect">
            <a:avLst/>
          </a:prstGeom>
          <a:noFill/>
          <a:ln>
            <a:noFill/>
          </a:ln>
        </p:spPr>
        <p:txBody>
          <a:bodyPr spcFirstLastPara="1" wrap="square" lIns="63500" tIns="31725" rIns="63500" bIns="31725"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48" name="Google Shape;48;p8"/>
          <p:cNvSpPr txBox="1">
            <a:spLocks noGrp="1"/>
          </p:cNvSpPr>
          <p:nvPr>
            <p:ph type="ftr" idx="11"/>
          </p:nvPr>
        </p:nvSpPr>
        <p:spPr>
          <a:xfrm>
            <a:off x="7269480" y="30510488"/>
            <a:ext cx="7406700" cy="1752600"/>
          </a:xfrm>
          <a:prstGeom prst="rect">
            <a:avLst/>
          </a:prstGeom>
          <a:noFill/>
          <a:ln>
            <a:noFill/>
          </a:ln>
        </p:spPr>
        <p:txBody>
          <a:bodyPr spcFirstLastPara="1" wrap="square" lIns="63500" tIns="31725" rIns="63500" bIns="31725"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49" name="Google Shape;49;p8"/>
          <p:cNvSpPr txBox="1">
            <a:spLocks noGrp="1"/>
          </p:cNvSpPr>
          <p:nvPr>
            <p:ph type="sldNum" idx="12"/>
          </p:nvPr>
        </p:nvSpPr>
        <p:spPr>
          <a:xfrm>
            <a:off x="15499080" y="30510488"/>
            <a:ext cx="4937700" cy="1752600"/>
          </a:xfrm>
          <a:prstGeom prst="rect">
            <a:avLst/>
          </a:prstGeom>
          <a:noFill/>
          <a:ln>
            <a:noFill/>
          </a:ln>
        </p:spPr>
        <p:txBody>
          <a:bodyPr spcFirstLastPara="1" wrap="square" lIns="63500" tIns="31725" rIns="63500" bIns="31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1508760" y="30510488"/>
            <a:ext cx="4937700" cy="1752600"/>
          </a:xfrm>
          <a:prstGeom prst="rect">
            <a:avLst/>
          </a:prstGeom>
          <a:noFill/>
          <a:ln>
            <a:noFill/>
          </a:ln>
        </p:spPr>
        <p:txBody>
          <a:bodyPr spcFirstLastPara="1" wrap="square" lIns="63500" tIns="31725" rIns="63500" bIns="31725"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52" name="Google Shape;52;p9"/>
          <p:cNvSpPr txBox="1">
            <a:spLocks noGrp="1"/>
          </p:cNvSpPr>
          <p:nvPr>
            <p:ph type="ftr" idx="11"/>
          </p:nvPr>
        </p:nvSpPr>
        <p:spPr>
          <a:xfrm>
            <a:off x="7269480" y="30510488"/>
            <a:ext cx="7406700" cy="1752600"/>
          </a:xfrm>
          <a:prstGeom prst="rect">
            <a:avLst/>
          </a:prstGeom>
          <a:noFill/>
          <a:ln>
            <a:noFill/>
          </a:ln>
        </p:spPr>
        <p:txBody>
          <a:bodyPr spcFirstLastPara="1" wrap="square" lIns="63500" tIns="31725" rIns="63500" bIns="31725"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53" name="Google Shape;53;p9"/>
          <p:cNvSpPr txBox="1">
            <a:spLocks noGrp="1"/>
          </p:cNvSpPr>
          <p:nvPr>
            <p:ph type="sldNum" idx="12"/>
          </p:nvPr>
        </p:nvSpPr>
        <p:spPr>
          <a:xfrm>
            <a:off x="15499080" y="30510488"/>
            <a:ext cx="4937700" cy="1752600"/>
          </a:xfrm>
          <a:prstGeom prst="rect">
            <a:avLst/>
          </a:prstGeom>
          <a:noFill/>
          <a:ln>
            <a:noFill/>
          </a:ln>
        </p:spPr>
        <p:txBody>
          <a:bodyPr spcFirstLastPara="1" wrap="square" lIns="63500" tIns="31725" rIns="63500" bIns="31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1511620" y="2194560"/>
            <a:ext cx="7077900" cy="7680900"/>
          </a:xfrm>
          <a:prstGeom prst="rect">
            <a:avLst/>
          </a:prstGeom>
          <a:noFill/>
          <a:ln>
            <a:noFill/>
          </a:ln>
        </p:spPr>
        <p:txBody>
          <a:bodyPr spcFirstLastPara="1" wrap="square" lIns="63500" tIns="31725" rIns="63500" bIns="31725" anchor="b" anchorCtr="0">
            <a:normAutofit/>
          </a:bodyPr>
          <a:lstStyle>
            <a:lvl1pPr lvl="0" algn="l">
              <a:lnSpc>
                <a:spcPct val="90000"/>
              </a:lnSpc>
              <a:spcBef>
                <a:spcPts val="0"/>
              </a:spcBef>
              <a:spcAft>
                <a:spcPts val="0"/>
              </a:spcAft>
              <a:buClr>
                <a:schemeClr val="dk1"/>
              </a:buClr>
              <a:buSzPts val="8000"/>
              <a:buFont typeface="Calibri"/>
              <a:buNone/>
              <a:defRPr sz="80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56" name="Google Shape;56;p10"/>
          <p:cNvSpPr txBox="1">
            <a:spLocks noGrp="1"/>
          </p:cNvSpPr>
          <p:nvPr>
            <p:ph type="body" idx="1"/>
          </p:nvPr>
        </p:nvSpPr>
        <p:spPr>
          <a:xfrm>
            <a:off x="9329739" y="4739648"/>
            <a:ext cx="11109900" cy="23393400"/>
          </a:xfrm>
          <a:prstGeom prst="rect">
            <a:avLst/>
          </a:prstGeom>
          <a:noFill/>
          <a:ln>
            <a:noFill/>
          </a:ln>
        </p:spPr>
        <p:txBody>
          <a:bodyPr spcFirstLastPara="1" wrap="square" lIns="63500" tIns="31725" rIns="63500" bIns="31725" anchor="t" anchorCtr="0">
            <a:normAutofit/>
          </a:bodyPr>
          <a:lstStyle>
            <a:lvl1pPr marL="457200" lvl="0" indent="-736600" algn="l">
              <a:lnSpc>
                <a:spcPct val="90000"/>
              </a:lnSpc>
              <a:spcBef>
                <a:spcPts val="2500"/>
              </a:spcBef>
              <a:spcAft>
                <a:spcPts val="0"/>
              </a:spcAft>
              <a:buClr>
                <a:schemeClr val="dk1"/>
              </a:buClr>
              <a:buSzPts val="8000"/>
              <a:buChar char="•"/>
              <a:defRPr sz="8000"/>
            </a:lvl1pPr>
            <a:lvl2pPr marL="914400" lvl="1" indent="-673100" algn="l">
              <a:lnSpc>
                <a:spcPct val="90000"/>
              </a:lnSpc>
              <a:spcBef>
                <a:spcPts val="1300"/>
              </a:spcBef>
              <a:spcAft>
                <a:spcPts val="0"/>
              </a:spcAft>
              <a:buClr>
                <a:schemeClr val="dk1"/>
              </a:buClr>
              <a:buSzPts val="7000"/>
              <a:buChar char="•"/>
              <a:defRPr sz="7000"/>
            </a:lvl2pPr>
            <a:lvl3pPr marL="1371600" lvl="2" indent="-609600" algn="l">
              <a:lnSpc>
                <a:spcPct val="90000"/>
              </a:lnSpc>
              <a:spcBef>
                <a:spcPts val="1300"/>
              </a:spcBef>
              <a:spcAft>
                <a:spcPts val="0"/>
              </a:spcAft>
              <a:buClr>
                <a:schemeClr val="dk1"/>
              </a:buClr>
              <a:buSzPts val="6000"/>
              <a:buChar char="•"/>
              <a:defRPr sz="6000"/>
            </a:lvl3pPr>
            <a:lvl4pPr marL="1828800" lvl="3" indent="-546100" algn="l">
              <a:lnSpc>
                <a:spcPct val="90000"/>
              </a:lnSpc>
              <a:spcBef>
                <a:spcPts val="1300"/>
              </a:spcBef>
              <a:spcAft>
                <a:spcPts val="0"/>
              </a:spcAft>
              <a:buClr>
                <a:schemeClr val="dk1"/>
              </a:buClr>
              <a:buSzPts val="5000"/>
              <a:buChar char="•"/>
              <a:defRPr sz="5000"/>
            </a:lvl4pPr>
            <a:lvl5pPr marL="2286000" lvl="4" indent="-546100" algn="l">
              <a:lnSpc>
                <a:spcPct val="90000"/>
              </a:lnSpc>
              <a:spcBef>
                <a:spcPts val="1300"/>
              </a:spcBef>
              <a:spcAft>
                <a:spcPts val="0"/>
              </a:spcAft>
              <a:buClr>
                <a:schemeClr val="dk1"/>
              </a:buClr>
              <a:buSzPts val="5000"/>
              <a:buChar char="•"/>
              <a:defRPr sz="5000"/>
            </a:lvl5pPr>
            <a:lvl6pPr marL="2743200" lvl="5" indent="-546100" algn="l">
              <a:lnSpc>
                <a:spcPct val="90000"/>
              </a:lnSpc>
              <a:spcBef>
                <a:spcPts val="1300"/>
              </a:spcBef>
              <a:spcAft>
                <a:spcPts val="0"/>
              </a:spcAft>
              <a:buClr>
                <a:schemeClr val="dk1"/>
              </a:buClr>
              <a:buSzPts val="5000"/>
              <a:buChar char="•"/>
              <a:defRPr sz="5000"/>
            </a:lvl6pPr>
            <a:lvl7pPr marL="3200400" lvl="6" indent="-546100" algn="l">
              <a:lnSpc>
                <a:spcPct val="90000"/>
              </a:lnSpc>
              <a:spcBef>
                <a:spcPts val="1300"/>
              </a:spcBef>
              <a:spcAft>
                <a:spcPts val="0"/>
              </a:spcAft>
              <a:buClr>
                <a:schemeClr val="dk1"/>
              </a:buClr>
              <a:buSzPts val="5000"/>
              <a:buChar char="•"/>
              <a:defRPr sz="5000"/>
            </a:lvl7pPr>
            <a:lvl8pPr marL="3657600" lvl="7" indent="-546100" algn="l">
              <a:lnSpc>
                <a:spcPct val="90000"/>
              </a:lnSpc>
              <a:spcBef>
                <a:spcPts val="1300"/>
              </a:spcBef>
              <a:spcAft>
                <a:spcPts val="0"/>
              </a:spcAft>
              <a:buClr>
                <a:schemeClr val="dk1"/>
              </a:buClr>
              <a:buSzPts val="5000"/>
              <a:buChar char="•"/>
              <a:defRPr sz="5000"/>
            </a:lvl8pPr>
            <a:lvl9pPr marL="4114800" lvl="8" indent="-546100" algn="l">
              <a:lnSpc>
                <a:spcPct val="90000"/>
              </a:lnSpc>
              <a:spcBef>
                <a:spcPts val="1300"/>
              </a:spcBef>
              <a:spcAft>
                <a:spcPts val="0"/>
              </a:spcAft>
              <a:buClr>
                <a:schemeClr val="dk1"/>
              </a:buClr>
              <a:buSzPts val="5000"/>
              <a:buChar char="•"/>
              <a:defRPr sz="5000"/>
            </a:lvl9pPr>
          </a:lstStyle>
          <a:p>
            <a:endParaRPr/>
          </a:p>
        </p:txBody>
      </p:sp>
      <p:sp>
        <p:nvSpPr>
          <p:cNvPr id="57" name="Google Shape;57;p10"/>
          <p:cNvSpPr txBox="1">
            <a:spLocks noGrp="1"/>
          </p:cNvSpPr>
          <p:nvPr>
            <p:ph type="body" idx="2"/>
          </p:nvPr>
        </p:nvSpPr>
        <p:spPr>
          <a:xfrm>
            <a:off x="1511620" y="9875522"/>
            <a:ext cx="7077900" cy="18295500"/>
          </a:xfrm>
          <a:prstGeom prst="rect">
            <a:avLst/>
          </a:prstGeom>
          <a:noFill/>
          <a:ln>
            <a:noFill/>
          </a:ln>
        </p:spPr>
        <p:txBody>
          <a:bodyPr spcFirstLastPara="1" wrap="square" lIns="63500" tIns="31725" rIns="63500" bIns="31725" anchor="t" anchorCtr="0">
            <a:normAutofit/>
          </a:bodyPr>
          <a:lstStyle>
            <a:lvl1pPr marL="457200" lvl="0" indent="-228600" algn="l">
              <a:lnSpc>
                <a:spcPct val="90000"/>
              </a:lnSpc>
              <a:spcBef>
                <a:spcPts val="2500"/>
              </a:spcBef>
              <a:spcAft>
                <a:spcPts val="0"/>
              </a:spcAft>
              <a:buClr>
                <a:schemeClr val="dk1"/>
              </a:buClr>
              <a:buSzPts val="4000"/>
              <a:buNone/>
              <a:defRPr sz="4000"/>
            </a:lvl1pPr>
            <a:lvl2pPr marL="914400" lvl="1" indent="-228600" algn="l">
              <a:lnSpc>
                <a:spcPct val="90000"/>
              </a:lnSpc>
              <a:spcBef>
                <a:spcPts val="1300"/>
              </a:spcBef>
              <a:spcAft>
                <a:spcPts val="0"/>
              </a:spcAft>
              <a:buClr>
                <a:schemeClr val="dk1"/>
              </a:buClr>
              <a:buSzPts val="3500"/>
              <a:buNone/>
              <a:defRPr sz="3500"/>
            </a:lvl2pPr>
            <a:lvl3pPr marL="1371600" lvl="2" indent="-228600" algn="l">
              <a:lnSpc>
                <a:spcPct val="90000"/>
              </a:lnSpc>
              <a:spcBef>
                <a:spcPts val="1300"/>
              </a:spcBef>
              <a:spcAft>
                <a:spcPts val="0"/>
              </a:spcAft>
              <a:buClr>
                <a:schemeClr val="dk1"/>
              </a:buClr>
              <a:buSzPts val="3000"/>
              <a:buNone/>
              <a:defRPr sz="3000"/>
            </a:lvl3pPr>
            <a:lvl4pPr marL="1828800" lvl="3" indent="-228600" algn="l">
              <a:lnSpc>
                <a:spcPct val="90000"/>
              </a:lnSpc>
              <a:spcBef>
                <a:spcPts val="1300"/>
              </a:spcBef>
              <a:spcAft>
                <a:spcPts val="0"/>
              </a:spcAft>
              <a:buClr>
                <a:schemeClr val="dk1"/>
              </a:buClr>
              <a:buSzPts val="2500"/>
              <a:buNone/>
              <a:defRPr sz="2500"/>
            </a:lvl4pPr>
            <a:lvl5pPr marL="2286000" lvl="4" indent="-228600" algn="l">
              <a:lnSpc>
                <a:spcPct val="90000"/>
              </a:lnSpc>
              <a:spcBef>
                <a:spcPts val="1300"/>
              </a:spcBef>
              <a:spcAft>
                <a:spcPts val="0"/>
              </a:spcAft>
              <a:buClr>
                <a:schemeClr val="dk1"/>
              </a:buClr>
              <a:buSzPts val="2500"/>
              <a:buNone/>
              <a:defRPr sz="2500"/>
            </a:lvl5pPr>
            <a:lvl6pPr marL="2743200" lvl="5" indent="-228600" algn="l">
              <a:lnSpc>
                <a:spcPct val="90000"/>
              </a:lnSpc>
              <a:spcBef>
                <a:spcPts val="1300"/>
              </a:spcBef>
              <a:spcAft>
                <a:spcPts val="0"/>
              </a:spcAft>
              <a:buClr>
                <a:schemeClr val="dk1"/>
              </a:buClr>
              <a:buSzPts val="2500"/>
              <a:buNone/>
              <a:defRPr sz="2500"/>
            </a:lvl6pPr>
            <a:lvl7pPr marL="3200400" lvl="6" indent="-228600" algn="l">
              <a:lnSpc>
                <a:spcPct val="90000"/>
              </a:lnSpc>
              <a:spcBef>
                <a:spcPts val="1300"/>
              </a:spcBef>
              <a:spcAft>
                <a:spcPts val="0"/>
              </a:spcAft>
              <a:buClr>
                <a:schemeClr val="dk1"/>
              </a:buClr>
              <a:buSzPts val="2500"/>
              <a:buNone/>
              <a:defRPr sz="2500"/>
            </a:lvl7pPr>
            <a:lvl8pPr marL="3657600" lvl="7" indent="-228600" algn="l">
              <a:lnSpc>
                <a:spcPct val="90000"/>
              </a:lnSpc>
              <a:spcBef>
                <a:spcPts val="1300"/>
              </a:spcBef>
              <a:spcAft>
                <a:spcPts val="0"/>
              </a:spcAft>
              <a:buClr>
                <a:schemeClr val="dk1"/>
              </a:buClr>
              <a:buSzPts val="2500"/>
              <a:buNone/>
              <a:defRPr sz="2500"/>
            </a:lvl8pPr>
            <a:lvl9pPr marL="4114800" lvl="8" indent="-228600" algn="l">
              <a:lnSpc>
                <a:spcPct val="90000"/>
              </a:lnSpc>
              <a:spcBef>
                <a:spcPts val="1300"/>
              </a:spcBef>
              <a:spcAft>
                <a:spcPts val="0"/>
              </a:spcAft>
              <a:buClr>
                <a:schemeClr val="dk1"/>
              </a:buClr>
              <a:buSzPts val="2500"/>
              <a:buNone/>
              <a:defRPr sz="2500"/>
            </a:lvl9pPr>
          </a:lstStyle>
          <a:p>
            <a:endParaRPr/>
          </a:p>
        </p:txBody>
      </p:sp>
      <p:sp>
        <p:nvSpPr>
          <p:cNvPr id="58" name="Google Shape;58;p10"/>
          <p:cNvSpPr txBox="1">
            <a:spLocks noGrp="1"/>
          </p:cNvSpPr>
          <p:nvPr>
            <p:ph type="dt" idx="10"/>
          </p:nvPr>
        </p:nvSpPr>
        <p:spPr>
          <a:xfrm>
            <a:off x="1508760" y="30510488"/>
            <a:ext cx="4937700" cy="1752600"/>
          </a:xfrm>
          <a:prstGeom prst="rect">
            <a:avLst/>
          </a:prstGeom>
          <a:noFill/>
          <a:ln>
            <a:noFill/>
          </a:ln>
        </p:spPr>
        <p:txBody>
          <a:bodyPr spcFirstLastPara="1" wrap="square" lIns="63500" tIns="31725" rIns="63500" bIns="31725"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59" name="Google Shape;59;p10"/>
          <p:cNvSpPr txBox="1">
            <a:spLocks noGrp="1"/>
          </p:cNvSpPr>
          <p:nvPr>
            <p:ph type="ftr" idx="11"/>
          </p:nvPr>
        </p:nvSpPr>
        <p:spPr>
          <a:xfrm>
            <a:off x="7269480" y="30510488"/>
            <a:ext cx="7406700" cy="1752600"/>
          </a:xfrm>
          <a:prstGeom prst="rect">
            <a:avLst/>
          </a:prstGeom>
          <a:noFill/>
          <a:ln>
            <a:noFill/>
          </a:ln>
        </p:spPr>
        <p:txBody>
          <a:bodyPr spcFirstLastPara="1" wrap="square" lIns="63500" tIns="31725" rIns="63500" bIns="31725"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60" name="Google Shape;60;p10"/>
          <p:cNvSpPr txBox="1">
            <a:spLocks noGrp="1"/>
          </p:cNvSpPr>
          <p:nvPr>
            <p:ph type="sldNum" idx="12"/>
          </p:nvPr>
        </p:nvSpPr>
        <p:spPr>
          <a:xfrm>
            <a:off x="15499080" y="30510488"/>
            <a:ext cx="4937700" cy="1752600"/>
          </a:xfrm>
          <a:prstGeom prst="rect">
            <a:avLst/>
          </a:prstGeom>
          <a:noFill/>
          <a:ln>
            <a:noFill/>
          </a:ln>
        </p:spPr>
        <p:txBody>
          <a:bodyPr spcFirstLastPara="1" wrap="square" lIns="63500" tIns="31725" rIns="63500" bIns="31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1511620" y="2194560"/>
            <a:ext cx="7077900" cy="7680900"/>
          </a:xfrm>
          <a:prstGeom prst="rect">
            <a:avLst/>
          </a:prstGeom>
          <a:noFill/>
          <a:ln>
            <a:noFill/>
          </a:ln>
        </p:spPr>
        <p:txBody>
          <a:bodyPr spcFirstLastPara="1" wrap="square" lIns="63500" tIns="31725" rIns="63500" bIns="31725" anchor="b" anchorCtr="0">
            <a:normAutofit/>
          </a:bodyPr>
          <a:lstStyle>
            <a:lvl1pPr lvl="0" algn="l">
              <a:lnSpc>
                <a:spcPct val="90000"/>
              </a:lnSpc>
              <a:spcBef>
                <a:spcPts val="0"/>
              </a:spcBef>
              <a:spcAft>
                <a:spcPts val="0"/>
              </a:spcAft>
              <a:buClr>
                <a:schemeClr val="dk1"/>
              </a:buClr>
              <a:buSzPts val="8000"/>
              <a:buFont typeface="Calibri"/>
              <a:buNone/>
              <a:defRPr sz="80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63" name="Google Shape;63;p11"/>
          <p:cNvSpPr>
            <a:spLocks noGrp="1"/>
          </p:cNvSpPr>
          <p:nvPr>
            <p:ph type="pic" idx="2"/>
          </p:nvPr>
        </p:nvSpPr>
        <p:spPr>
          <a:xfrm>
            <a:off x="9329739" y="4739648"/>
            <a:ext cx="11109900" cy="23393400"/>
          </a:xfrm>
          <a:prstGeom prst="rect">
            <a:avLst/>
          </a:prstGeom>
          <a:noFill/>
          <a:ln>
            <a:noFill/>
          </a:ln>
        </p:spPr>
        <p:txBody>
          <a:bodyPr/>
          <a:lstStyle/>
          <a:p>
            <a:endParaRPr lang="en-US"/>
          </a:p>
        </p:txBody>
      </p:sp>
      <p:sp>
        <p:nvSpPr>
          <p:cNvPr id="64" name="Google Shape;64;p11"/>
          <p:cNvSpPr txBox="1">
            <a:spLocks noGrp="1"/>
          </p:cNvSpPr>
          <p:nvPr>
            <p:ph type="body" idx="1"/>
          </p:nvPr>
        </p:nvSpPr>
        <p:spPr>
          <a:xfrm>
            <a:off x="1511620" y="9875522"/>
            <a:ext cx="7077900" cy="18295500"/>
          </a:xfrm>
          <a:prstGeom prst="rect">
            <a:avLst/>
          </a:prstGeom>
          <a:noFill/>
          <a:ln>
            <a:noFill/>
          </a:ln>
        </p:spPr>
        <p:txBody>
          <a:bodyPr spcFirstLastPara="1" wrap="square" lIns="63500" tIns="31725" rIns="63500" bIns="31725" anchor="t" anchorCtr="0">
            <a:normAutofit/>
          </a:bodyPr>
          <a:lstStyle>
            <a:lvl1pPr marL="457200" lvl="0" indent="-228600" algn="l">
              <a:lnSpc>
                <a:spcPct val="90000"/>
              </a:lnSpc>
              <a:spcBef>
                <a:spcPts val="2500"/>
              </a:spcBef>
              <a:spcAft>
                <a:spcPts val="0"/>
              </a:spcAft>
              <a:buClr>
                <a:schemeClr val="dk1"/>
              </a:buClr>
              <a:buSzPts val="4000"/>
              <a:buNone/>
              <a:defRPr sz="4000"/>
            </a:lvl1pPr>
            <a:lvl2pPr marL="914400" lvl="1" indent="-228600" algn="l">
              <a:lnSpc>
                <a:spcPct val="90000"/>
              </a:lnSpc>
              <a:spcBef>
                <a:spcPts val="1300"/>
              </a:spcBef>
              <a:spcAft>
                <a:spcPts val="0"/>
              </a:spcAft>
              <a:buClr>
                <a:schemeClr val="dk1"/>
              </a:buClr>
              <a:buSzPts val="3500"/>
              <a:buNone/>
              <a:defRPr sz="3500"/>
            </a:lvl2pPr>
            <a:lvl3pPr marL="1371600" lvl="2" indent="-228600" algn="l">
              <a:lnSpc>
                <a:spcPct val="90000"/>
              </a:lnSpc>
              <a:spcBef>
                <a:spcPts val="1300"/>
              </a:spcBef>
              <a:spcAft>
                <a:spcPts val="0"/>
              </a:spcAft>
              <a:buClr>
                <a:schemeClr val="dk1"/>
              </a:buClr>
              <a:buSzPts val="3000"/>
              <a:buNone/>
              <a:defRPr sz="3000"/>
            </a:lvl3pPr>
            <a:lvl4pPr marL="1828800" lvl="3" indent="-228600" algn="l">
              <a:lnSpc>
                <a:spcPct val="90000"/>
              </a:lnSpc>
              <a:spcBef>
                <a:spcPts val="1300"/>
              </a:spcBef>
              <a:spcAft>
                <a:spcPts val="0"/>
              </a:spcAft>
              <a:buClr>
                <a:schemeClr val="dk1"/>
              </a:buClr>
              <a:buSzPts val="2500"/>
              <a:buNone/>
              <a:defRPr sz="2500"/>
            </a:lvl4pPr>
            <a:lvl5pPr marL="2286000" lvl="4" indent="-228600" algn="l">
              <a:lnSpc>
                <a:spcPct val="90000"/>
              </a:lnSpc>
              <a:spcBef>
                <a:spcPts val="1300"/>
              </a:spcBef>
              <a:spcAft>
                <a:spcPts val="0"/>
              </a:spcAft>
              <a:buClr>
                <a:schemeClr val="dk1"/>
              </a:buClr>
              <a:buSzPts val="2500"/>
              <a:buNone/>
              <a:defRPr sz="2500"/>
            </a:lvl5pPr>
            <a:lvl6pPr marL="2743200" lvl="5" indent="-228600" algn="l">
              <a:lnSpc>
                <a:spcPct val="90000"/>
              </a:lnSpc>
              <a:spcBef>
                <a:spcPts val="1300"/>
              </a:spcBef>
              <a:spcAft>
                <a:spcPts val="0"/>
              </a:spcAft>
              <a:buClr>
                <a:schemeClr val="dk1"/>
              </a:buClr>
              <a:buSzPts val="2500"/>
              <a:buNone/>
              <a:defRPr sz="2500"/>
            </a:lvl6pPr>
            <a:lvl7pPr marL="3200400" lvl="6" indent="-228600" algn="l">
              <a:lnSpc>
                <a:spcPct val="90000"/>
              </a:lnSpc>
              <a:spcBef>
                <a:spcPts val="1300"/>
              </a:spcBef>
              <a:spcAft>
                <a:spcPts val="0"/>
              </a:spcAft>
              <a:buClr>
                <a:schemeClr val="dk1"/>
              </a:buClr>
              <a:buSzPts val="2500"/>
              <a:buNone/>
              <a:defRPr sz="2500"/>
            </a:lvl7pPr>
            <a:lvl8pPr marL="3657600" lvl="7" indent="-228600" algn="l">
              <a:lnSpc>
                <a:spcPct val="90000"/>
              </a:lnSpc>
              <a:spcBef>
                <a:spcPts val="1300"/>
              </a:spcBef>
              <a:spcAft>
                <a:spcPts val="0"/>
              </a:spcAft>
              <a:buClr>
                <a:schemeClr val="dk1"/>
              </a:buClr>
              <a:buSzPts val="2500"/>
              <a:buNone/>
              <a:defRPr sz="2500"/>
            </a:lvl8pPr>
            <a:lvl9pPr marL="4114800" lvl="8" indent="-228600" algn="l">
              <a:lnSpc>
                <a:spcPct val="90000"/>
              </a:lnSpc>
              <a:spcBef>
                <a:spcPts val="1300"/>
              </a:spcBef>
              <a:spcAft>
                <a:spcPts val="0"/>
              </a:spcAft>
              <a:buClr>
                <a:schemeClr val="dk1"/>
              </a:buClr>
              <a:buSzPts val="2500"/>
              <a:buNone/>
              <a:defRPr sz="2500"/>
            </a:lvl9pPr>
          </a:lstStyle>
          <a:p>
            <a:endParaRPr/>
          </a:p>
        </p:txBody>
      </p:sp>
      <p:sp>
        <p:nvSpPr>
          <p:cNvPr id="65" name="Google Shape;65;p11"/>
          <p:cNvSpPr txBox="1">
            <a:spLocks noGrp="1"/>
          </p:cNvSpPr>
          <p:nvPr>
            <p:ph type="dt" idx="10"/>
          </p:nvPr>
        </p:nvSpPr>
        <p:spPr>
          <a:xfrm>
            <a:off x="1508760" y="30510488"/>
            <a:ext cx="4937700" cy="1752600"/>
          </a:xfrm>
          <a:prstGeom prst="rect">
            <a:avLst/>
          </a:prstGeom>
          <a:noFill/>
          <a:ln>
            <a:noFill/>
          </a:ln>
        </p:spPr>
        <p:txBody>
          <a:bodyPr spcFirstLastPara="1" wrap="square" lIns="63500" tIns="31725" rIns="63500" bIns="31725"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66" name="Google Shape;66;p11"/>
          <p:cNvSpPr txBox="1">
            <a:spLocks noGrp="1"/>
          </p:cNvSpPr>
          <p:nvPr>
            <p:ph type="ftr" idx="11"/>
          </p:nvPr>
        </p:nvSpPr>
        <p:spPr>
          <a:xfrm>
            <a:off x="7269480" y="30510488"/>
            <a:ext cx="7406700" cy="1752600"/>
          </a:xfrm>
          <a:prstGeom prst="rect">
            <a:avLst/>
          </a:prstGeom>
          <a:noFill/>
          <a:ln>
            <a:noFill/>
          </a:ln>
        </p:spPr>
        <p:txBody>
          <a:bodyPr spcFirstLastPara="1" wrap="square" lIns="63500" tIns="31725" rIns="63500" bIns="31725"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67" name="Google Shape;67;p11"/>
          <p:cNvSpPr txBox="1">
            <a:spLocks noGrp="1"/>
          </p:cNvSpPr>
          <p:nvPr>
            <p:ph type="sldNum" idx="12"/>
          </p:nvPr>
        </p:nvSpPr>
        <p:spPr>
          <a:xfrm>
            <a:off x="15499080" y="30510488"/>
            <a:ext cx="4937700" cy="1752600"/>
          </a:xfrm>
          <a:prstGeom prst="rect">
            <a:avLst/>
          </a:prstGeom>
          <a:noFill/>
          <a:ln>
            <a:noFill/>
          </a:ln>
        </p:spPr>
        <p:txBody>
          <a:bodyPr spcFirstLastPara="1" wrap="square" lIns="63500" tIns="31725" rIns="63500" bIns="31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1508760" y="1752609"/>
            <a:ext cx="18928200" cy="6362700"/>
          </a:xfrm>
          <a:prstGeom prst="rect">
            <a:avLst/>
          </a:prstGeom>
          <a:noFill/>
          <a:ln>
            <a:noFill/>
          </a:ln>
        </p:spPr>
        <p:txBody>
          <a:bodyPr spcFirstLastPara="1" wrap="square" lIns="63500" tIns="31725" rIns="63500" bIns="31725" anchor="ctr" anchorCtr="0">
            <a:normAutofit/>
          </a:bodyPr>
          <a:lstStyle>
            <a:lvl1pPr lvl="0" algn="l">
              <a:lnSpc>
                <a:spcPct val="90000"/>
              </a:lnSpc>
              <a:spcBef>
                <a:spcPts val="0"/>
              </a:spcBef>
              <a:spcAft>
                <a:spcPts val="0"/>
              </a:spcAft>
              <a:buClr>
                <a:schemeClr val="dk1"/>
              </a:buClr>
              <a:buSzPts val="13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70" name="Google Shape;70;p12"/>
          <p:cNvSpPr txBox="1">
            <a:spLocks noGrp="1"/>
          </p:cNvSpPr>
          <p:nvPr>
            <p:ph type="body" idx="1"/>
          </p:nvPr>
        </p:nvSpPr>
        <p:spPr>
          <a:xfrm rot="5400000">
            <a:off x="529590" y="9742052"/>
            <a:ext cx="20886300" cy="18928200"/>
          </a:xfrm>
          <a:prstGeom prst="rect">
            <a:avLst/>
          </a:prstGeom>
          <a:noFill/>
          <a:ln>
            <a:noFill/>
          </a:ln>
        </p:spPr>
        <p:txBody>
          <a:bodyPr spcFirstLastPara="1" wrap="square" lIns="63500" tIns="31725" rIns="63500" bIns="31725" anchor="t" anchorCtr="0">
            <a:normAutofit/>
          </a:bodyPr>
          <a:lstStyle>
            <a:lvl1pPr marL="457200" lvl="0" indent="-311150" algn="l">
              <a:lnSpc>
                <a:spcPct val="90000"/>
              </a:lnSpc>
              <a:spcBef>
                <a:spcPts val="2500"/>
              </a:spcBef>
              <a:spcAft>
                <a:spcPts val="0"/>
              </a:spcAft>
              <a:buClr>
                <a:schemeClr val="dk1"/>
              </a:buClr>
              <a:buSzPts val="1300"/>
              <a:buChar char="•"/>
              <a:defRPr/>
            </a:lvl1pPr>
            <a:lvl2pPr marL="914400" lvl="1" indent="-311150" algn="l">
              <a:lnSpc>
                <a:spcPct val="90000"/>
              </a:lnSpc>
              <a:spcBef>
                <a:spcPts val="1300"/>
              </a:spcBef>
              <a:spcAft>
                <a:spcPts val="0"/>
              </a:spcAft>
              <a:buClr>
                <a:schemeClr val="dk1"/>
              </a:buClr>
              <a:buSzPts val="1300"/>
              <a:buChar char="•"/>
              <a:defRPr/>
            </a:lvl2pPr>
            <a:lvl3pPr marL="1371600" lvl="2" indent="-311150" algn="l">
              <a:lnSpc>
                <a:spcPct val="90000"/>
              </a:lnSpc>
              <a:spcBef>
                <a:spcPts val="1300"/>
              </a:spcBef>
              <a:spcAft>
                <a:spcPts val="0"/>
              </a:spcAft>
              <a:buClr>
                <a:schemeClr val="dk1"/>
              </a:buClr>
              <a:buSzPts val="1300"/>
              <a:buChar char="•"/>
              <a:defRPr/>
            </a:lvl3pPr>
            <a:lvl4pPr marL="1828800" lvl="3" indent="-311150" algn="l">
              <a:lnSpc>
                <a:spcPct val="90000"/>
              </a:lnSpc>
              <a:spcBef>
                <a:spcPts val="1300"/>
              </a:spcBef>
              <a:spcAft>
                <a:spcPts val="0"/>
              </a:spcAft>
              <a:buClr>
                <a:schemeClr val="dk1"/>
              </a:buClr>
              <a:buSzPts val="1300"/>
              <a:buChar char="•"/>
              <a:defRPr/>
            </a:lvl4pPr>
            <a:lvl5pPr marL="2286000" lvl="4" indent="-311150" algn="l">
              <a:lnSpc>
                <a:spcPct val="90000"/>
              </a:lnSpc>
              <a:spcBef>
                <a:spcPts val="1300"/>
              </a:spcBef>
              <a:spcAft>
                <a:spcPts val="0"/>
              </a:spcAft>
              <a:buClr>
                <a:schemeClr val="dk1"/>
              </a:buClr>
              <a:buSzPts val="1300"/>
              <a:buChar char="•"/>
              <a:defRPr/>
            </a:lvl5pPr>
            <a:lvl6pPr marL="2743200" lvl="5" indent="-311150" algn="l">
              <a:lnSpc>
                <a:spcPct val="90000"/>
              </a:lnSpc>
              <a:spcBef>
                <a:spcPts val="1300"/>
              </a:spcBef>
              <a:spcAft>
                <a:spcPts val="0"/>
              </a:spcAft>
              <a:buClr>
                <a:schemeClr val="dk1"/>
              </a:buClr>
              <a:buSzPts val="1300"/>
              <a:buChar char="•"/>
              <a:defRPr/>
            </a:lvl6pPr>
            <a:lvl7pPr marL="3200400" lvl="6" indent="-311150" algn="l">
              <a:lnSpc>
                <a:spcPct val="90000"/>
              </a:lnSpc>
              <a:spcBef>
                <a:spcPts val="1300"/>
              </a:spcBef>
              <a:spcAft>
                <a:spcPts val="0"/>
              </a:spcAft>
              <a:buClr>
                <a:schemeClr val="dk1"/>
              </a:buClr>
              <a:buSzPts val="1300"/>
              <a:buChar char="•"/>
              <a:defRPr/>
            </a:lvl7pPr>
            <a:lvl8pPr marL="3657600" lvl="7" indent="-311150" algn="l">
              <a:lnSpc>
                <a:spcPct val="90000"/>
              </a:lnSpc>
              <a:spcBef>
                <a:spcPts val="1300"/>
              </a:spcBef>
              <a:spcAft>
                <a:spcPts val="0"/>
              </a:spcAft>
              <a:buClr>
                <a:schemeClr val="dk1"/>
              </a:buClr>
              <a:buSzPts val="1300"/>
              <a:buChar char="•"/>
              <a:defRPr/>
            </a:lvl8pPr>
            <a:lvl9pPr marL="4114800" lvl="8" indent="-311150" algn="l">
              <a:lnSpc>
                <a:spcPct val="90000"/>
              </a:lnSpc>
              <a:spcBef>
                <a:spcPts val="1300"/>
              </a:spcBef>
              <a:spcAft>
                <a:spcPts val="0"/>
              </a:spcAft>
              <a:buClr>
                <a:schemeClr val="dk1"/>
              </a:buClr>
              <a:buSzPts val="1300"/>
              <a:buChar char="•"/>
              <a:defRPr/>
            </a:lvl9pPr>
          </a:lstStyle>
          <a:p>
            <a:endParaRPr/>
          </a:p>
        </p:txBody>
      </p:sp>
      <p:sp>
        <p:nvSpPr>
          <p:cNvPr id="71" name="Google Shape;71;p12"/>
          <p:cNvSpPr txBox="1">
            <a:spLocks noGrp="1"/>
          </p:cNvSpPr>
          <p:nvPr>
            <p:ph type="dt" idx="10"/>
          </p:nvPr>
        </p:nvSpPr>
        <p:spPr>
          <a:xfrm>
            <a:off x="1508760" y="30510488"/>
            <a:ext cx="4937700" cy="1752600"/>
          </a:xfrm>
          <a:prstGeom prst="rect">
            <a:avLst/>
          </a:prstGeom>
          <a:noFill/>
          <a:ln>
            <a:noFill/>
          </a:ln>
        </p:spPr>
        <p:txBody>
          <a:bodyPr spcFirstLastPara="1" wrap="square" lIns="63500" tIns="31725" rIns="63500" bIns="31725"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72" name="Google Shape;72;p12"/>
          <p:cNvSpPr txBox="1">
            <a:spLocks noGrp="1"/>
          </p:cNvSpPr>
          <p:nvPr>
            <p:ph type="ftr" idx="11"/>
          </p:nvPr>
        </p:nvSpPr>
        <p:spPr>
          <a:xfrm>
            <a:off x="7269480" y="30510488"/>
            <a:ext cx="7406700" cy="1752600"/>
          </a:xfrm>
          <a:prstGeom prst="rect">
            <a:avLst/>
          </a:prstGeom>
          <a:noFill/>
          <a:ln>
            <a:noFill/>
          </a:ln>
        </p:spPr>
        <p:txBody>
          <a:bodyPr spcFirstLastPara="1" wrap="square" lIns="63500" tIns="31725" rIns="63500" bIns="31725"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73" name="Google Shape;73;p12"/>
          <p:cNvSpPr txBox="1">
            <a:spLocks noGrp="1"/>
          </p:cNvSpPr>
          <p:nvPr>
            <p:ph type="sldNum" idx="12"/>
          </p:nvPr>
        </p:nvSpPr>
        <p:spPr>
          <a:xfrm>
            <a:off x="15499080" y="30510488"/>
            <a:ext cx="4937700" cy="1752600"/>
          </a:xfrm>
          <a:prstGeom prst="rect">
            <a:avLst/>
          </a:prstGeom>
          <a:noFill/>
          <a:ln>
            <a:noFill/>
          </a:ln>
        </p:spPr>
        <p:txBody>
          <a:bodyPr spcFirstLastPara="1" wrap="square" lIns="63500" tIns="31725" rIns="63500" bIns="31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4122541" y="13335002"/>
            <a:ext cx="27896700" cy="4731900"/>
          </a:xfrm>
          <a:prstGeom prst="rect">
            <a:avLst/>
          </a:prstGeom>
          <a:noFill/>
          <a:ln>
            <a:noFill/>
          </a:ln>
        </p:spPr>
        <p:txBody>
          <a:bodyPr spcFirstLastPara="1" wrap="square" lIns="63500" tIns="31725" rIns="63500" bIns="31725" anchor="ctr" anchorCtr="0">
            <a:normAutofit/>
          </a:bodyPr>
          <a:lstStyle>
            <a:lvl1pPr lvl="0" algn="l">
              <a:lnSpc>
                <a:spcPct val="90000"/>
              </a:lnSpc>
              <a:spcBef>
                <a:spcPts val="0"/>
              </a:spcBef>
              <a:spcAft>
                <a:spcPts val="0"/>
              </a:spcAft>
              <a:buClr>
                <a:schemeClr val="dk1"/>
              </a:buClr>
              <a:buSzPts val="13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76" name="Google Shape;76;p13"/>
          <p:cNvSpPr txBox="1">
            <a:spLocks noGrp="1"/>
          </p:cNvSpPr>
          <p:nvPr>
            <p:ph type="body" idx="1"/>
          </p:nvPr>
        </p:nvSpPr>
        <p:spPr>
          <a:xfrm rot="5400000">
            <a:off x="-5478749" y="8740052"/>
            <a:ext cx="27896700" cy="13921800"/>
          </a:xfrm>
          <a:prstGeom prst="rect">
            <a:avLst/>
          </a:prstGeom>
          <a:noFill/>
          <a:ln>
            <a:noFill/>
          </a:ln>
        </p:spPr>
        <p:txBody>
          <a:bodyPr spcFirstLastPara="1" wrap="square" lIns="63500" tIns="31725" rIns="63500" bIns="31725" anchor="t" anchorCtr="0">
            <a:normAutofit/>
          </a:bodyPr>
          <a:lstStyle>
            <a:lvl1pPr marL="457200" lvl="0" indent="-311150" algn="l">
              <a:lnSpc>
                <a:spcPct val="90000"/>
              </a:lnSpc>
              <a:spcBef>
                <a:spcPts val="2500"/>
              </a:spcBef>
              <a:spcAft>
                <a:spcPts val="0"/>
              </a:spcAft>
              <a:buClr>
                <a:schemeClr val="dk1"/>
              </a:buClr>
              <a:buSzPts val="1300"/>
              <a:buChar char="•"/>
              <a:defRPr/>
            </a:lvl1pPr>
            <a:lvl2pPr marL="914400" lvl="1" indent="-311150" algn="l">
              <a:lnSpc>
                <a:spcPct val="90000"/>
              </a:lnSpc>
              <a:spcBef>
                <a:spcPts val="1300"/>
              </a:spcBef>
              <a:spcAft>
                <a:spcPts val="0"/>
              </a:spcAft>
              <a:buClr>
                <a:schemeClr val="dk1"/>
              </a:buClr>
              <a:buSzPts val="1300"/>
              <a:buChar char="•"/>
              <a:defRPr/>
            </a:lvl2pPr>
            <a:lvl3pPr marL="1371600" lvl="2" indent="-311150" algn="l">
              <a:lnSpc>
                <a:spcPct val="90000"/>
              </a:lnSpc>
              <a:spcBef>
                <a:spcPts val="1300"/>
              </a:spcBef>
              <a:spcAft>
                <a:spcPts val="0"/>
              </a:spcAft>
              <a:buClr>
                <a:schemeClr val="dk1"/>
              </a:buClr>
              <a:buSzPts val="1300"/>
              <a:buChar char="•"/>
              <a:defRPr/>
            </a:lvl3pPr>
            <a:lvl4pPr marL="1828800" lvl="3" indent="-311150" algn="l">
              <a:lnSpc>
                <a:spcPct val="90000"/>
              </a:lnSpc>
              <a:spcBef>
                <a:spcPts val="1300"/>
              </a:spcBef>
              <a:spcAft>
                <a:spcPts val="0"/>
              </a:spcAft>
              <a:buClr>
                <a:schemeClr val="dk1"/>
              </a:buClr>
              <a:buSzPts val="1300"/>
              <a:buChar char="•"/>
              <a:defRPr/>
            </a:lvl4pPr>
            <a:lvl5pPr marL="2286000" lvl="4" indent="-311150" algn="l">
              <a:lnSpc>
                <a:spcPct val="90000"/>
              </a:lnSpc>
              <a:spcBef>
                <a:spcPts val="1300"/>
              </a:spcBef>
              <a:spcAft>
                <a:spcPts val="0"/>
              </a:spcAft>
              <a:buClr>
                <a:schemeClr val="dk1"/>
              </a:buClr>
              <a:buSzPts val="1300"/>
              <a:buChar char="•"/>
              <a:defRPr/>
            </a:lvl5pPr>
            <a:lvl6pPr marL="2743200" lvl="5" indent="-311150" algn="l">
              <a:lnSpc>
                <a:spcPct val="90000"/>
              </a:lnSpc>
              <a:spcBef>
                <a:spcPts val="1300"/>
              </a:spcBef>
              <a:spcAft>
                <a:spcPts val="0"/>
              </a:spcAft>
              <a:buClr>
                <a:schemeClr val="dk1"/>
              </a:buClr>
              <a:buSzPts val="1300"/>
              <a:buChar char="•"/>
              <a:defRPr/>
            </a:lvl6pPr>
            <a:lvl7pPr marL="3200400" lvl="6" indent="-311150" algn="l">
              <a:lnSpc>
                <a:spcPct val="90000"/>
              </a:lnSpc>
              <a:spcBef>
                <a:spcPts val="1300"/>
              </a:spcBef>
              <a:spcAft>
                <a:spcPts val="0"/>
              </a:spcAft>
              <a:buClr>
                <a:schemeClr val="dk1"/>
              </a:buClr>
              <a:buSzPts val="1300"/>
              <a:buChar char="•"/>
              <a:defRPr/>
            </a:lvl7pPr>
            <a:lvl8pPr marL="3657600" lvl="7" indent="-311150" algn="l">
              <a:lnSpc>
                <a:spcPct val="90000"/>
              </a:lnSpc>
              <a:spcBef>
                <a:spcPts val="1300"/>
              </a:spcBef>
              <a:spcAft>
                <a:spcPts val="0"/>
              </a:spcAft>
              <a:buClr>
                <a:schemeClr val="dk1"/>
              </a:buClr>
              <a:buSzPts val="1300"/>
              <a:buChar char="•"/>
              <a:defRPr/>
            </a:lvl8pPr>
            <a:lvl9pPr marL="4114800" lvl="8" indent="-311150" algn="l">
              <a:lnSpc>
                <a:spcPct val="90000"/>
              </a:lnSpc>
              <a:spcBef>
                <a:spcPts val="1300"/>
              </a:spcBef>
              <a:spcAft>
                <a:spcPts val="0"/>
              </a:spcAft>
              <a:buClr>
                <a:schemeClr val="dk1"/>
              </a:buClr>
              <a:buSzPts val="1300"/>
              <a:buChar char="•"/>
              <a:defRPr/>
            </a:lvl9pPr>
          </a:lstStyle>
          <a:p>
            <a:endParaRPr/>
          </a:p>
        </p:txBody>
      </p:sp>
      <p:sp>
        <p:nvSpPr>
          <p:cNvPr id="77" name="Google Shape;77;p13"/>
          <p:cNvSpPr txBox="1">
            <a:spLocks noGrp="1"/>
          </p:cNvSpPr>
          <p:nvPr>
            <p:ph type="dt" idx="10"/>
          </p:nvPr>
        </p:nvSpPr>
        <p:spPr>
          <a:xfrm>
            <a:off x="1508760" y="30510488"/>
            <a:ext cx="4937700" cy="1752600"/>
          </a:xfrm>
          <a:prstGeom prst="rect">
            <a:avLst/>
          </a:prstGeom>
          <a:noFill/>
          <a:ln>
            <a:noFill/>
          </a:ln>
        </p:spPr>
        <p:txBody>
          <a:bodyPr spcFirstLastPara="1" wrap="square" lIns="63500" tIns="31725" rIns="63500" bIns="31725" anchor="ctr" anchorCtr="0">
            <a:noAutofit/>
          </a:bodyPr>
          <a:lstStyle>
            <a:lvl1pPr lvl="0" algn="l">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78" name="Google Shape;78;p13"/>
          <p:cNvSpPr txBox="1">
            <a:spLocks noGrp="1"/>
          </p:cNvSpPr>
          <p:nvPr>
            <p:ph type="ftr" idx="11"/>
          </p:nvPr>
        </p:nvSpPr>
        <p:spPr>
          <a:xfrm>
            <a:off x="7269480" y="30510488"/>
            <a:ext cx="7406700" cy="1752600"/>
          </a:xfrm>
          <a:prstGeom prst="rect">
            <a:avLst/>
          </a:prstGeom>
          <a:noFill/>
          <a:ln>
            <a:noFill/>
          </a:ln>
        </p:spPr>
        <p:txBody>
          <a:bodyPr spcFirstLastPara="1" wrap="square" lIns="63500" tIns="31725" rIns="63500" bIns="31725" anchor="ctr" anchorCtr="0">
            <a:noAutofit/>
          </a:bodyPr>
          <a:lstStyle>
            <a:lvl1pPr lvl="0" algn="ctr">
              <a:spcBef>
                <a:spcPts val="0"/>
              </a:spcBef>
              <a:spcAft>
                <a:spcPts val="0"/>
              </a:spcAft>
              <a:buSzPts val="1000"/>
              <a:buNone/>
              <a:defRPr/>
            </a:lvl1pPr>
            <a:lvl2pPr lvl="1" algn="l">
              <a:spcBef>
                <a:spcPts val="0"/>
              </a:spcBef>
              <a:spcAft>
                <a:spcPts val="0"/>
              </a:spcAft>
              <a:buSzPts val="1000"/>
              <a:buNone/>
              <a:defRPr/>
            </a:lvl2pPr>
            <a:lvl3pPr lvl="2" algn="l">
              <a:spcBef>
                <a:spcPts val="0"/>
              </a:spcBef>
              <a:spcAft>
                <a:spcPts val="0"/>
              </a:spcAft>
              <a:buSzPts val="1000"/>
              <a:buNone/>
              <a:defRPr/>
            </a:lvl3pPr>
            <a:lvl4pPr lvl="3" algn="l">
              <a:spcBef>
                <a:spcPts val="0"/>
              </a:spcBef>
              <a:spcAft>
                <a:spcPts val="0"/>
              </a:spcAft>
              <a:buSzPts val="1000"/>
              <a:buNone/>
              <a:defRPr/>
            </a:lvl4pPr>
            <a:lvl5pPr lvl="4" algn="l">
              <a:spcBef>
                <a:spcPts val="0"/>
              </a:spcBef>
              <a:spcAft>
                <a:spcPts val="0"/>
              </a:spcAft>
              <a:buSzPts val="1000"/>
              <a:buNone/>
              <a:defRPr/>
            </a:lvl5pPr>
            <a:lvl6pPr lvl="5" algn="l">
              <a:spcBef>
                <a:spcPts val="0"/>
              </a:spcBef>
              <a:spcAft>
                <a:spcPts val="0"/>
              </a:spcAft>
              <a:buSzPts val="1000"/>
              <a:buNone/>
              <a:defRPr/>
            </a:lvl6pPr>
            <a:lvl7pPr lvl="6" algn="l">
              <a:spcBef>
                <a:spcPts val="0"/>
              </a:spcBef>
              <a:spcAft>
                <a:spcPts val="0"/>
              </a:spcAft>
              <a:buSzPts val="1000"/>
              <a:buNone/>
              <a:defRPr/>
            </a:lvl7pPr>
            <a:lvl8pPr lvl="7" algn="l">
              <a:spcBef>
                <a:spcPts val="0"/>
              </a:spcBef>
              <a:spcAft>
                <a:spcPts val="0"/>
              </a:spcAft>
              <a:buSzPts val="1000"/>
              <a:buNone/>
              <a:defRPr/>
            </a:lvl8pPr>
            <a:lvl9pPr lvl="8" algn="l">
              <a:spcBef>
                <a:spcPts val="0"/>
              </a:spcBef>
              <a:spcAft>
                <a:spcPts val="0"/>
              </a:spcAft>
              <a:buSzPts val="1000"/>
              <a:buNone/>
              <a:defRPr/>
            </a:lvl9pPr>
          </a:lstStyle>
          <a:p>
            <a:endParaRPr/>
          </a:p>
        </p:txBody>
      </p:sp>
      <p:sp>
        <p:nvSpPr>
          <p:cNvPr id="79" name="Google Shape;79;p13"/>
          <p:cNvSpPr txBox="1">
            <a:spLocks noGrp="1"/>
          </p:cNvSpPr>
          <p:nvPr>
            <p:ph type="sldNum" idx="12"/>
          </p:nvPr>
        </p:nvSpPr>
        <p:spPr>
          <a:xfrm>
            <a:off x="15499080" y="30510488"/>
            <a:ext cx="4937700" cy="1752600"/>
          </a:xfrm>
          <a:prstGeom prst="rect">
            <a:avLst/>
          </a:prstGeom>
          <a:noFill/>
          <a:ln>
            <a:noFill/>
          </a:ln>
        </p:spPr>
        <p:txBody>
          <a:bodyPr spcFirstLastPara="1" wrap="square" lIns="63500" tIns="31725" rIns="63500" bIns="31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1508760" y="1752609"/>
            <a:ext cx="18928200" cy="6362700"/>
          </a:xfrm>
          <a:prstGeom prst="rect">
            <a:avLst/>
          </a:prstGeom>
          <a:noFill/>
          <a:ln>
            <a:noFill/>
          </a:ln>
        </p:spPr>
        <p:txBody>
          <a:bodyPr spcFirstLastPara="1" wrap="square" lIns="63500" tIns="31725" rIns="63500" bIns="31725" anchor="ctr" anchorCtr="0">
            <a:normAutofit/>
          </a:bodyPr>
          <a:lstStyle>
            <a:lvl1pPr marR="0" lvl="0" algn="l" rtl="0">
              <a:lnSpc>
                <a:spcPct val="90000"/>
              </a:lnSpc>
              <a:spcBef>
                <a:spcPts val="0"/>
              </a:spcBef>
              <a:spcAft>
                <a:spcPts val="0"/>
              </a:spcAft>
              <a:buClr>
                <a:schemeClr val="dk1"/>
              </a:buClr>
              <a:buSzPts val="11000"/>
              <a:buFont typeface="Calibri"/>
              <a:buNone/>
              <a:defRPr sz="11000" b="0" i="0" u="none" strike="noStrike" cap="none">
                <a:solidFill>
                  <a:schemeClr val="dk1"/>
                </a:solidFill>
                <a:latin typeface="Calibri"/>
                <a:ea typeface="Calibri"/>
                <a:cs typeface="Calibri"/>
                <a:sym typeface="Calibri"/>
              </a:defRPr>
            </a:lvl1pPr>
            <a:lvl2pPr lvl="1">
              <a:spcBef>
                <a:spcPts val="0"/>
              </a:spcBef>
              <a:spcAft>
                <a:spcPts val="0"/>
              </a:spcAft>
              <a:buSzPts val="1000"/>
              <a:buNone/>
              <a:defRPr sz="1300"/>
            </a:lvl2pPr>
            <a:lvl3pPr lvl="2">
              <a:spcBef>
                <a:spcPts val="0"/>
              </a:spcBef>
              <a:spcAft>
                <a:spcPts val="0"/>
              </a:spcAft>
              <a:buSzPts val="1000"/>
              <a:buNone/>
              <a:defRPr sz="1300"/>
            </a:lvl3pPr>
            <a:lvl4pPr lvl="3">
              <a:spcBef>
                <a:spcPts val="0"/>
              </a:spcBef>
              <a:spcAft>
                <a:spcPts val="0"/>
              </a:spcAft>
              <a:buSzPts val="1000"/>
              <a:buNone/>
              <a:defRPr sz="1300"/>
            </a:lvl4pPr>
            <a:lvl5pPr lvl="4">
              <a:spcBef>
                <a:spcPts val="0"/>
              </a:spcBef>
              <a:spcAft>
                <a:spcPts val="0"/>
              </a:spcAft>
              <a:buSzPts val="1000"/>
              <a:buNone/>
              <a:defRPr sz="1300"/>
            </a:lvl5pPr>
            <a:lvl6pPr lvl="5">
              <a:spcBef>
                <a:spcPts val="0"/>
              </a:spcBef>
              <a:spcAft>
                <a:spcPts val="0"/>
              </a:spcAft>
              <a:buSzPts val="1000"/>
              <a:buNone/>
              <a:defRPr sz="1300"/>
            </a:lvl6pPr>
            <a:lvl7pPr lvl="6">
              <a:spcBef>
                <a:spcPts val="0"/>
              </a:spcBef>
              <a:spcAft>
                <a:spcPts val="0"/>
              </a:spcAft>
              <a:buSzPts val="1000"/>
              <a:buNone/>
              <a:defRPr sz="1300"/>
            </a:lvl7pPr>
            <a:lvl8pPr lvl="7">
              <a:spcBef>
                <a:spcPts val="0"/>
              </a:spcBef>
              <a:spcAft>
                <a:spcPts val="0"/>
              </a:spcAft>
              <a:buSzPts val="1000"/>
              <a:buNone/>
              <a:defRPr sz="1300"/>
            </a:lvl8pPr>
            <a:lvl9pPr lvl="8">
              <a:spcBef>
                <a:spcPts val="0"/>
              </a:spcBef>
              <a:spcAft>
                <a:spcPts val="0"/>
              </a:spcAft>
              <a:buSzPts val="1000"/>
              <a:buNone/>
              <a:defRPr sz="1300"/>
            </a:lvl9pPr>
          </a:lstStyle>
          <a:p>
            <a:endParaRPr/>
          </a:p>
        </p:txBody>
      </p:sp>
      <p:sp>
        <p:nvSpPr>
          <p:cNvPr id="7" name="Google Shape;7;p2"/>
          <p:cNvSpPr txBox="1">
            <a:spLocks noGrp="1"/>
          </p:cNvSpPr>
          <p:nvPr>
            <p:ph type="body" idx="1"/>
          </p:nvPr>
        </p:nvSpPr>
        <p:spPr>
          <a:xfrm>
            <a:off x="1508760" y="8763002"/>
            <a:ext cx="18928200" cy="20886300"/>
          </a:xfrm>
          <a:prstGeom prst="rect">
            <a:avLst/>
          </a:prstGeom>
          <a:noFill/>
          <a:ln>
            <a:noFill/>
          </a:ln>
        </p:spPr>
        <p:txBody>
          <a:bodyPr spcFirstLastPara="1" wrap="square" lIns="63500" tIns="31725" rIns="63500" bIns="31725" anchor="t" anchorCtr="0">
            <a:normAutofit/>
          </a:bodyPr>
          <a:lstStyle>
            <a:lvl1pPr marL="457200" marR="0" lvl="0" indent="-673100" algn="l" rtl="0">
              <a:lnSpc>
                <a:spcPct val="90000"/>
              </a:lnSpc>
              <a:spcBef>
                <a:spcPts val="2500"/>
              </a:spcBef>
              <a:spcAft>
                <a:spcPts val="0"/>
              </a:spcAft>
              <a:buClr>
                <a:schemeClr val="dk1"/>
              </a:buClr>
              <a:buSzPts val="7000"/>
              <a:buFont typeface="Arial"/>
              <a:buChar char="•"/>
              <a:defRPr sz="7000" b="0" i="0" u="none" strike="noStrike" cap="none">
                <a:solidFill>
                  <a:schemeClr val="dk1"/>
                </a:solidFill>
                <a:latin typeface="Calibri"/>
                <a:ea typeface="Calibri"/>
                <a:cs typeface="Calibri"/>
                <a:sym typeface="Calibri"/>
              </a:defRPr>
            </a:lvl1pPr>
            <a:lvl2pPr marL="914400" marR="0" lvl="1" indent="-609600" algn="l" rtl="0">
              <a:lnSpc>
                <a:spcPct val="90000"/>
              </a:lnSpc>
              <a:spcBef>
                <a:spcPts val="1300"/>
              </a:spcBef>
              <a:spcAft>
                <a:spcPts val="0"/>
              </a:spcAft>
              <a:buClr>
                <a:schemeClr val="dk1"/>
              </a:buClr>
              <a:buSzPts val="6000"/>
              <a:buFont typeface="Arial"/>
              <a:buChar char="•"/>
              <a:defRPr sz="6000" b="0" i="0" u="none" strike="noStrike" cap="none">
                <a:solidFill>
                  <a:schemeClr val="dk1"/>
                </a:solidFill>
                <a:latin typeface="Calibri"/>
                <a:ea typeface="Calibri"/>
                <a:cs typeface="Calibri"/>
                <a:sym typeface="Calibri"/>
              </a:defRPr>
            </a:lvl2pPr>
            <a:lvl3pPr marL="1371600" marR="0" lvl="2" indent="-546100" algn="l" rtl="0">
              <a:lnSpc>
                <a:spcPct val="90000"/>
              </a:lnSpc>
              <a:spcBef>
                <a:spcPts val="1300"/>
              </a:spcBef>
              <a:spcAft>
                <a:spcPts val="0"/>
              </a:spcAft>
              <a:buClr>
                <a:schemeClr val="dk1"/>
              </a:buClr>
              <a:buSzPts val="5000"/>
              <a:buFont typeface="Arial"/>
              <a:buChar char="•"/>
              <a:defRPr sz="5000" b="0" i="0" u="none" strike="noStrike" cap="none">
                <a:solidFill>
                  <a:schemeClr val="dk1"/>
                </a:solidFill>
                <a:latin typeface="Calibri"/>
                <a:ea typeface="Calibri"/>
                <a:cs typeface="Calibri"/>
                <a:sym typeface="Calibri"/>
              </a:defRPr>
            </a:lvl3pPr>
            <a:lvl4pPr marL="1828800" marR="0" lvl="3" indent="-514350" algn="l" rtl="0">
              <a:lnSpc>
                <a:spcPct val="90000"/>
              </a:lnSpc>
              <a:spcBef>
                <a:spcPts val="1300"/>
              </a:spcBef>
              <a:spcAft>
                <a:spcPts val="0"/>
              </a:spcAft>
              <a:buClr>
                <a:schemeClr val="dk1"/>
              </a:buClr>
              <a:buSzPts val="4500"/>
              <a:buFont typeface="Arial"/>
              <a:buChar char="•"/>
              <a:defRPr sz="4500" b="0" i="0" u="none" strike="noStrike" cap="none">
                <a:solidFill>
                  <a:schemeClr val="dk1"/>
                </a:solidFill>
                <a:latin typeface="Calibri"/>
                <a:ea typeface="Calibri"/>
                <a:cs typeface="Calibri"/>
                <a:sym typeface="Calibri"/>
              </a:defRPr>
            </a:lvl4pPr>
            <a:lvl5pPr marL="2286000" marR="0" lvl="4" indent="-514350" algn="l" rtl="0">
              <a:lnSpc>
                <a:spcPct val="90000"/>
              </a:lnSpc>
              <a:spcBef>
                <a:spcPts val="1300"/>
              </a:spcBef>
              <a:spcAft>
                <a:spcPts val="0"/>
              </a:spcAft>
              <a:buClr>
                <a:schemeClr val="dk1"/>
              </a:buClr>
              <a:buSzPts val="4500"/>
              <a:buFont typeface="Arial"/>
              <a:buChar char="•"/>
              <a:defRPr sz="4500" b="0" i="0" u="none" strike="noStrike" cap="none">
                <a:solidFill>
                  <a:schemeClr val="dk1"/>
                </a:solidFill>
                <a:latin typeface="Calibri"/>
                <a:ea typeface="Calibri"/>
                <a:cs typeface="Calibri"/>
                <a:sym typeface="Calibri"/>
              </a:defRPr>
            </a:lvl5pPr>
            <a:lvl6pPr marL="2743200" marR="0" lvl="5" indent="-514350" algn="l" rtl="0">
              <a:lnSpc>
                <a:spcPct val="90000"/>
              </a:lnSpc>
              <a:spcBef>
                <a:spcPts val="1300"/>
              </a:spcBef>
              <a:spcAft>
                <a:spcPts val="0"/>
              </a:spcAft>
              <a:buClr>
                <a:schemeClr val="dk1"/>
              </a:buClr>
              <a:buSzPts val="4500"/>
              <a:buFont typeface="Arial"/>
              <a:buChar char="•"/>
              <a:defRPr sz="4500" b="0" i="0" u="none" strike="noStrike" cap="none">
                <a:solidFill>
                  <a:schemeClr val="dk1"/>
                </a:solidFill>
                <a:latin typeface="Calibri"/>
                <a:ea typeface="Calibri"/>
                <a:cs typeface="Calibri"/>
                <a:sym typeface="Calibri"/>
              </a:defRPr>
            </a:lvl6pPr>
            <a:lvl7pPr marL="3200400" marR="0" lvl="6" indent="-514350" algn="l" rtl="0">
              <a:lnSpc>
                <a:spcPct val="90000"/>
              </a:lnSpc>
              <a:spcBef>
                <a:spcPts val="1300"/>
              </a:spcBef>
              <a:spcAft>
                <a:spcPts val="0"/>
              </a:spcAft>
              <a:buClr>
                <a:schemeClr val="dk1"/>
              </a:buClr>
              <a:buSzPts val="4500"/>
              <a:buFont typeface="Arial"/>
              <a:buChar char="•"/>
              <a:defRPr sz="4500" b="0" i="0" u="none" strike="noStrike" cap="none">
                <a:solidFill>
                  <a:schemeClr val="dk1"/>
                </a:solidFill>
                <a:latin typeface="Calibri"/>
                <a:ea typeface="Calibri"/>
                <a:cs typeface="Calibri"/>
                <a:sym typeface="Calibri"/>
              </a:defRPr>
            </a:lvl7pPr>
            <a:lvl8pPr marL="3657600" marR="0" lvl="7" indent="-514350" algn="l" rtl="0">
              <a:lnSpc>
                <a:spcPct val="90000"/>
              </a:lnSpc>
              <a:spcBef>
                <a:spcPts val="1300"/>
              </a:spcBef>
              <a:spcAft>
                <a:spcPts val="0"/>
              </a:spcAft>
              <a:buClr>
                <a:schemeClr val="dk1"/>
              </a:buClr>
              <a:buSzPts val="4500"/>
              <a:buFont typeface="Arial"/>
              <a:buChar char="•"/>
              <a:defRPr sz="4500" b="0" i="0" u="none" strike="noStrike" cap="none">
                <a:solidFill>
                  <a:schemeClr val="dk1"/>
                </a:solidFill>
                <a:latin typeface="Calibri"/>
                <a:ea typeface="Calibri"/>
                <a:cs typeface="Calibri"/>
                <a:sym typeface="Calibri"/>
              </a:defRPr>
            </a:lvl8pPr>
            <a:lvl9pPr marL="4114800" marR="0" lvl="8" indent="-514350" algn="l" rtl="0">
              <a:lnSpc>
                <a:spcPct val="90000"/>
              </a:lnSpc>
              <a:spcBef>
                <a:spcPts val="1300"/>
              </a:spcBef>
              <a:spcAft>
                <a:spcPts val="0"/>
              </a:spcAft>
              <a:buClr>
                <a:schemeClr val="dk1"/>
              </a:buClr>
              <a:buSzPts val="4500"/>
              <a:buFont typeface="Arial"/>
              <a:buChar char="•"/>
              <a:defRPr sz="450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1508760" y="30510488"/>
            <a:ext cx="4937700" cy="1752600"/>
          </a:xfrm>
          <a:prstGeom prst="rect">
            <a:avLst/>
          </a:prstGeom>
          <a:noFill/>
          <a:ln>
            <a:noFill/>
          </a:ln>
        </p:spPr>
        <p:txBody>
          <a:bodyPr spcFirstLastPara="1" wrap="square" lIns="63500" tIns="31725" rIns="63500" bIns="31725" anchor="ctr" anchorCtr="0">
            <a:noAutofit/>
          </a:bodyPr>
          <a:lstStyle>
            <a:lvl1pPr marR="0" lvl="0" algn="l" rtl="0">
              <a:spcBef>
                <a:spcPts val="0"/>
              </a:spcBef>
              <a:spcAft>
                <a:spcPts val="0"/>
              </a:spcAft>
              <a:buSzPts val="1000"/>
              <a:buNone/>
              <a:defRPr sz="30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000"/>
              <a:buNone/>
              <a:defRPr sz="13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000"/>
              <a:buNone/>
              <a:defRPr sz="13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000"/>
              <a:buNone/>
              <a:defRPr sz="13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000"/>
              <a:buNone/>
              <a:defRPr sz="13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000"/>
              <a:buNone/>
              <a:defRPr sz="13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000"/>
              <a:buNone/>
              <a:defRPr sz="13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000"/>
              <a:buNone/>
              <a:defRPr sz="13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000"/>
              <a:buNone/>
              <a:defRPr sz="13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7269480" y="30510488"/>
            <a:ext cx="7406700" cy="1752600"/>
          </a:xfrm>
          <a:prstGeom prst="rect">
            <a:avLst/>
          </a:prstGeom>
          <a:noFill/>
          <a:ln>
            <a:noFill/>
          </a:ln>
        </p:spPr>
        <p:txBody>
          <a:bodyPr spcFirstLastPara="1" wrap="square" lIns="63500" tIns="31725" rIns="63500" bIns="31725" anchor="ctr" anchorCtr="0">
            <a:noAutofit/>
          </a:bodyPr>
          <a:lstStyle>
            <a:lvl1pPr marR="0" lvl="0" algn="ctr" rtl="0">
              <a:spcBef>
                <a:spcPts val="0"/>
              </a:spcBef>
              <a:spcAft>
                <a:spcPts val="0"/>
              </a:spcAft>
              <a:buSzPts val="1000"/>
              <a:buNone/>
              <a:defRPr sz="30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000"/>
              <a:buNone/>
              <a:defRPr sz="13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000"/>
              <a:buNone/>
              <a:defRPr sz="13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000"/>
              <a:buNone/>
              <a:defRPr sz="13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000"/>
              <a:buNone/>
              <a:defRPr sz="13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000"/>
              <a:buNone/>
              <a:defRPr sz="13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000"/>
              <a:buNone/>
              <a:defRPr sz="13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000"/>
              <a:buNone/>
              <a:defRPr sz="13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000"/>
              <a:buNone/>
              <a:defRPr sz="13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15499080" y="30510488"/>
            <a:ext cx="4937700" cy="1752600"/>
          </a:xfrm>
          <a:prstGeom prst="rect">
            <a:avLst/>
          </a:prstGeom>
          <a:noFill/>
          <a:ln>
            <a:noFill/>
          </a:ln>
        </p:spPr>
        <p:txBody>
          <a:bodyPr spcFirstLastPara="1" wrap="square" lIns="63500" tIns="31725" rIns="63500" bIns="31725" anchor="ctr" anchorCtr="0">
            <a:noAutofit/>
          </a:bodyPr>
          <a:lstStyle>
            <a:lvl1pPr marL="0" marR="0" lvl="0" indent="0" algn="r" rtl="0">
              <a:spcBef>
                <a:spcPts val="0"/>
              </a:spcBef>
              <a:buNone/>
              <a:defRPr sz="3000" b="0" i="0" u="none" strike="noStrike" cap="none">
                <a:solidFill>
                  <a:srgbClr val="888888"/>
                </a:solidFill>
                <a:latin typeface="Calibri"/>
                <a:ea typeface="Calibri"/>
                <a:cs typeface="Calibri"/>
                <a:sym typeface="Calibri"/>
              </a:defRPr>
            </a:lvl1pPr>
            <a:lvl2pPr marL="0" marR="0" lvl="1" indent="0" algn="r" rtl="0">
              <a:spcBef>
                <a:spcPts val="0"/>
              </a:spcBef>
              <a:buNone/>
              <a:defRPr sz="3000" b="0" i="0" u="none" strike="noStrike" cap="none">
                <a:solidFill>
                  <a:srgbClr val="888888"/>
                </a:solidFill>
                <a:latin typeface="Calibri"/>
                <a:ea typeface="Calibri"/>
                <a:cs typeface="Calibri"/>
                <a:sym typeface="Calibri"/>
              </a:defRPr>
            </a:lvl2pPr>
            <a:lvl3pPr marL="0" marR="0" lvl="2" indent="0" algn="r" rtl="0">
              <a:spcBef>
                <a:spcPts val="0"/>
              </a:spcBef>
              <a:buNone/>
              <a:defRPr sz="3000" b="0" i="0" u="none" strike="noStrike" cap="none">
                <a:solidFill>
                  <a:srgbClr val="888888"/>
                </a:solidFill>
                <a:latin typeface="Calibri"/>
                <a:ea typeface="Calibri"/>
                <a:cs typeface="Calibri"/>
                <a:sym typeface="Calibri"/>
              </a:defRPr>
            </a:lvl3pPr>
            <a:lvl4pPr marL="0" marR="0" lvl="3" indent="0" algn="r" rtl="0">
              <a:spcBef>
                <a:spcPts val="0"/>
              </a:spcBef>
              <a:buNone/>
              <a:defRPr sz="3000" b="0" i="0" u="none" strike="noStrike" cap="none">
                <a:solidFill>
                  <a:srgbClr val="888888"/>
                </a:solidFill>
                <a:latin typeface="Calibri"/>
                <a:ea typeface="Calibri"/>
                <a:cs typeface="Calibri"/>
                <a:sym typeface="Calibri"/>
              </a:defRPr>
            </a:lvl4pPr>
            <a:lvl5pPr marL="0" marR="0" lvl="4" indent="0" algn="r" rtl="0">
              <a:spcBef>
                <a:spcPts val="0"/>
              </a:spcBef>
              <a:buNone/>
              <a:defRPr sz="3000" b="0" i="0" u="none" strike="noStrike" cap="none">
                <a:solidFill>
                  <a:srgbClr val="888888"/>
                </a:solidFill>
                <a:latin typeface="Calibri"/>
                <a:ea typeface="Calibri"/>
                <a:cs typeface="Calibri"/>
                <a:sym typeface="Calibri"/>
              </a:defRPr>
            </a:lvl5pPr>
            <a:lvl6pPr marL="0" marR="0" lvl="5" indent="0" algn="r" rtl="0">
              <a:spcBef>
                <a:spcPts val="0"/>
              </a:spcBef>
              <a:buNone/>
              <a:defRPr sz="3000" b="0" i="0" u="none" strike="noStrike" cap="none">
                <a:solidFill>
                  <a:srgbClr val="888888"/>
                </a:solidFill>
                <a:latin typeface="Calibri"/>
                <a:ea typeface="Calibri"/>
                <a:cs typeface="Calibri"/>
                <a:sym typeface="Calibri"/>
              </a:defRPr>
            </a:lvl6pPr>
            <a:lvl7pPr marL="0" marR="0" lvl="6" indent="0" algn="r" rtl="0">
              <a:spcBef>
                <a:spcPts val="0"/>
              </a:spcBef>
              <a:buNone/>
              <a:defRPr sz="3000" b="0" i="0" u="none" strike="noStrike" cap="none">
                <a:solidFill>
                  <a:srgbClr val="888888"/>
                </a:solidFill>
                <a:latin typeface="Calibri"/>
                <a:ea typeface="Calibri"/>
                <a:cs typeface="Calibri"/>
                <a:sym typeface="Calibri"/>
              </a:defRPr>
            </a:lvl7pPr>
            <a:lvl8pPr marL="0" marR="0" lvl="7" indent="0" algn="r" rtl="0">
              <a:spcBef>
                <a:spcPts val="0"/>
              </a:spcBef>
              <a:buNone/>
              <a:defRPr sz="3000" b="0" i="0" u="none" strike="noStrike" cap="none">
                <a:solidFill>
                  <a:srgbClr val="888888"/>
                </a:solidFill>
                <a:latin typeface="Calibri"/>
                <a:ea typeface="Calibri"/>
                <a:cs typeface="Calibri"/>
                <a:sym typeface="Calibri"/>
              </a:defRPr>
            </a:lvl8pPr>
            <a:lvl9pPr marL="0" marR="0" lvl="8" indent="0" algn="r" rtl="0">
              <a:spcBef>
                <a:spcPts val="0"/>
              </a:spcBef>
              <a:buNone/>
              <a:defRPr sz="30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0" y="1"/>
            <a:ext cx="21945600" cy="2057400"/>
          </a:xfrm>
          <a:prstGeom prst="rect">
            <a:avLst/>
          </a:prstGeom>
          <a:solidFill>
            <a:srgbClr val="CD3D3D"/>
          </a:solidFill>
          <a:ln>
            <a:noFill/>
          </a:ln>
        </p:spPr>
        <p:txBody>
          <a:bodyPr spcFirstLastPara="1" wrap="square" lIns="63500" tIns="31725" rIns="63500" bIns="31725" anchor="ctr" anchorCtr="0">
            <a:noAutofit/>
          </a:bodyPr>
          <a:lstStyle/>
          <a:p>
            <a:pPr marL="0" marR="0" lvl="0" indent="0" algn="ctr" rtl="0">
              <a:spcBef>
                <a:spcPts val="0"/>
              </a:spcBef>
              <a:spcAft>
                <a:spcPts val="0"/>
              </a:spcAft>
              <a:buNone/>
            </a:pPr>
            <a:endParaRPr sz="1300" b="0" i="0" u="none" strike="noStrike" cap="none" dirty="0">
              <a:solidFill>
                <a:schemeClr val="lt1"/>
              </a:solidFill>
              <a:latin typeface="Calibri"/>
              <a:ea typeface="Calibri"/>
              <a:cs typeface="Calibri"/>
              <a:sym typeface="Calibri"/>
            </a:endParaRPr>
          </a:p>
        </p:txBody>
      </p:sp>
      <p:sp>
        <p:nvSpPr>
          <p:cNvPr id="85" name="Google Shape;85;p1"/>
          <p:cNvSpPr txBox="1">
            <a:spLocks noGrp="1"/>
          </p:cNvSpPr>
          <p:nvPr>
            <p:ph type="ctrTitle"/>
          </p:nvPr>
        </p:nvSpPr>
        <p:spPr>
          <a:xfrm>
            <a:off x="0" y="5121"/>
            <a:ext cx="21945600" cy="1028700"/>
          </a:xfrm>
          <a:prstGeom prst="rect">
            <a:avLst/>
          </a:prstGeom>
          <a:noFill/>
          <a:ln>
            <a:noFill/>
          </a:ln>
        </p:spPr>
        <p:txBody>
          <a:bodyPr spcFirstLastPara="1" wrap="square" lIns="63500" tIns="31725" rIns="63500" bIns="31725" anchor="b" anchorCtr="0">
            <a:noAutofit/>
          </a:bodyPr>
          <a:lstStyle/>
          <a:p>
            <a:pPr marL="0" lvl="0" indent="0" algn="ctr" rtl="0">
              <a:lnSpc>
                <a:spcPct val="90000"/>
              </a:lnSpc>
              <a:spcBef>
                <a:spcPts val="0"/>
              </a:spcBef>
              <a:spcAft>
                <a:spcPts val="0"/>
              </a:spcAft>
              <a:buClr>
                <a:schemeClr val="lt1"/>
              </a:buClr>
              <a:buSzPts val="4200"/>
              <a:buFont typeface="Impact"/>
              <a:buNone/>
            </a:pPr>
            <a:r>
              <a:rPr lang="en-US" sz="4200" dirty="0">
                <a:solidFill>
                  <a:schemeClr val="lt1"/>
                </a:solidFill>
                <a:latin typeface="Impact"/>
                <a:ea typeface="Impact"/>
                <a:cs typeface="Impact"/>
                <a:sym typeface="Impact"/>
              </a:rPr>
              <a:t>YouTube Comment Analyzer: Know your viewers better.</a:t>
            </a:r>
            <a:endParaRPr dirty="0"/>
          </a:p>
        </p:txBody>
      </p:sp>
      <p:sp>
        <p:nvSpPr>
          <p:cNvPr id="86" name="Google Shape;86;p1"/>
          <p:cNvSpPr txBox="1"/>
          <p:nvPr/>
        </p:nvSpPr>
        <p:spPr>
          <a:xfrm>
            <a:off x="0" y="1116941"/>
            <a:ext cx="21945600" cy="520500"/>
          </a:xfrm>
          <a:prstGeom prst="rect">
            <a:avLst/>
          </a:prstGeom>
          <a:noFill/>
          <a:ln>
            <a:noFill/>
          </a:ln>
        </p:spPr>
        <p:txBody>
          <a:bodyPr spcFirstLastPara="1" wrap="square" lIns="293875" tIns="146950" rIns="293875" bIns="146950" anchor="ctr" anchorCtr="0">
            <a:noAutofit/>
          </a:bodyPr>
          <a:lstStyle/>
          <a:p>
            <a:pPr marL="0" marR="0" lvl="0" indent="0" algn="ctr" rtl="0">
              <a:spcBef>
                <a:spcPts val="0"/>
              </a:spcBef>
              <a:spcAft>
                <a:spcPts val="0"/>
              </a:spcAft>
              <a:buNone/>
            </a:pPr>
            <a:r>
              <a:rPr lang="en-US" sz="2800" b="1" i="0" u="none" strike="noStrike" cap="none" dirty="0">
                <a:solidFill>
                  <a:schemeClr val="lt1"/>
                </a:solidFill>
                <a:latin typeface="Trebuchet MS"/>
                <a:ea typeface="Trebuchet MS"/>
                <a:cs typeface="Trebuchet MS"/>
                <a:sym typeface="Trebuchet MS"/>
              </a:rPr>
              <a:t>Nick Ze Kun Lei, Hayder AL-Musawi, Maxim Maletsky, and Kelvin Li</a:t>
            </a:r>
          </a:p>
          <a:p>
            <a:pPr lvl="0" algn="ctr"/>
            <a:r>
              <a:rPr lang="en-US" sz="1800" b="1" i="1" dirty="0">
                <a:solidFill>
                  <a:schemeClr val="lt1"/>
                </a:solidFill>
                <a:latin typeface="Trebuchet MS"/>
                <a:sym typeface="Trebuchet MS"/>
              </a:rPr>
              <a:t>CMPT310 – D200. Professor Mohammad </a:t>
            </a:r>
            <a:r>
              <a:rPr lang="en-US" sz="1800" b="1" i="1" dirty="0" err="1">
                <a:solidFill>
                  <a:schemeClr val="lt1"/>
                </a:solidFill>
                <a:latin typeface="Trebuchet MS"/>
                <a:sym typeface="Trebuchet MS"/>
              </a:rPr>
              <a:t>Soltanshah</a:t>
            </a:r>
            <a:endParaRPr sz="1800" i="1" dirty="0"/>
          </a:p>
        </p:txBody>
      </p:sp>
      <p:grpSp>
        <p:nvGrpSpPr>
          <p:cNvPr id="88" name="Google Shape;88;p1"/>
          <p:cNvGrpSpPr/>
          <p:nvPr/>
        </p:nvGrpSpPr>
        <p:grpSpPr>
          <a:xfrm>
            <a:off x="958533" y="3044046"/>
            <a:ext cx="9710000" cy="3217950"/>
            <a:chOff x="457200" y="3062938"/>
            <a:chExt cx="15544800" cy="4290600"/>
          </a:xfrm>
        </p:grpSpPr>
        <p:sp>
          <p:nvSpPr>
            <p:cNvPr id="89" name="Google Shape;89;p1"/>
            <p:cNvSpPr txBox="1"/>
            <p:nvPr/>
          </p:nvSpPr>
          <p:spPr>
            <a:xfrm>
              <a:off x="457200" y="3821014"/>
              <a:ext cx="15544800" cy="3532524"/>
            </a:xfrm>
            <a:prstGeom prst="rect">
              <a:avLst/>
            </a:prstGeom>
            <a:noFill/>
            <a:ln>
              <a:noFill/>
            </a:ln>
          </p:spPr>
          <p:txBody>
            <a:bodyPr spcFirstLastPara="1" wrap="square" lIns="63500" tIns="31725" rIns="63500" bIns="31725" anchor="t" anchorCtr="0">
              <a:spAutoFit/>
            </a:bodyPr>
            <a:lstStyle/>
            <a:p>
              <a:pPr marL="0" marR="0" lvl="0" indent="0" algn="l" rtl="0">
                <a:spcBef>
                  <a:spcPts val="0"/>
                </a:spcBef>
                <a:spcAft>
                  <a:spcPts val="0"/>
                </a:spcAft>
                <a:buNone/>
              </a:pPr>
              <a:r>
                <a:rPr lang="en-US" sz="2800" b="1" dirty="0">
                  <a:solidFill>
                    <a:schemeClr val="dk1"/>
                  </a:solidFill>
                  <a:latin typeface="Times"/>
                  <a:cs typeface="Times"/>
                  <a:sym typeface="Times"/>
                </a:rPr>
                <a:t>What it does:</a:t>
              </a:r>
              <a:r>
                <a:rPr lang="en-US" sz="2800" dirty="0">
                  <a:solidFill>
                    <a:schemeClr val="dk1"/>
                  </a:solidFill>
                  <a:latin typeface="Times"/>
                  <a:cs typeface="Times"/>
                  <a:sym typeface="Times"/>
                </a:rPr>
                <a:t>	</a:t>
              </a:r>
            </a:p>
            <a:p>
              <a:pPr marL="0" marR="0" lvl="0" indent="0" algn="l" rtl="0">
                <a:spcBef>
                  <a:spcPts val="0"/>
                </a:spcBef>
                <a:spcAft>
                  <a:spcPts val="0"/>
                </a:spcAft>
                <a:buNone/>
              </a:pPr>
              <a:r>
                <a:rPr lang="en-US" sz="2800" dirty="0">
                  <a:solidFill>
                    <a:schemeClr val="dk1"/>
                  </a:solidFill>
                  <a:latin typeface="Times"/>
                  <a:cs typeface="Times"/>
                  <a:sym typeface="Times"/>
                </a:rPr>
                <a:t>	YouTube Comment Analyzer is a Chrome extension that analyzes YouTube comment sections in real-time, providing both creators and viewers with instant sentiment breakdowns and thematic cluster analysis of audience reactions and comment context using a multi-model NLP pipeline.</a:t>
              </a:r>
            </a:p>
          </p:txBody>
        </p:sp>
        <p:sp>
          <p:nvSpPr>
            <p:cNvPr id="90" name="Google Shape;90;p1"/>
            <p:cNvSpPr txBox="1"/>
            <p:nvPr/>
          </p:nvSpPr>
          <p:spPr>
            <a:xfrm>
              <a:off x="457200" y="3062938"/>
              <a:ext cx="15544800" cy="660000"/>
            </a:xfrm>
            <a:prstGeom prst="rect">
              <a:avLst/>
            </a:prstGeom>
            <a:noFill/>
            <a:ln>
              <a:noFill/>
            </a:ln>
          </p:spPr>
          <p:txBody>
            <a:bodyPr spcFirstLastPara="1" wrap="square" lIns="63500" tIns="31725" rIns="63500" bIns="31725" anchor="t" anchorCtr="0">
              <a:spAutoFit/>
            </a:bodyPr>
            <a:lstStyle/>
            <a:p>
              <a:pPr marL="0" marR="0" lvl="0" indent="0" algn="ctr" rtl="0">
                <a:spcBef>
                  <a:spcPts val="0"/>
                </a:spcBef>
                <a:spcAft>
                  <a:spcPts val="0"/>
                </a:spcAft>
                <a:buNone/>
              </a:pPr>
              <a:r>
                <a:rPr lang="en-US" sz="2800" b="1" dirty="0">
                  <a:solidFill>
                    <a:srgbClr val="CD3E3D"/>
                  </a:solidFill>
                  <a:latin typeface="Trebuchet MS"/>
                  <a:ea typeface="Trebuchet MS"/>
                  <a:cs typeface="Trebuchet MS"/>
                  <a:sym typeface="Trebuchet MS"/>
                </a:rPr>
                <a:t>Brief Overview</a:t>
              </a:r>
              <a:endParaRPr sz="1000" dirty="0"/>
            </a:p>
          </p:txBody>
        </p:sp>
      </p:grpSp>
      <p:grpSp>
        <p:nvGrpSpPr>
          <p:cNvPr id="91" name="Google Shape;91;p1"/>
          <p:cNvGrpSpPr/>
          <p:nvPr/>
        </p:nvGrpSpPr>
        <p:grpSpPr>
          <a:xfrm>
            <a:off x="11277615" y="2297204"/>
            <a:ext cx="9652539" cy="4079724"/>
            <a:chOff x="457200" y="3062938"/>
            <a:chExt cx="15544800" cy="5439632"/>
          </a:xfrm>
        </p:grpSpPr>
        <p:sp>
          <p:nvSpPr>
            <p:cNvPr id="92" name="Google Shape;92;p1"/>
            <p:cNvSpPr txBox="1"/>
            <p:nvPr/>
          </p:nvSpPr>
          <p:spPr>
            <a:xfrm>
              <a:off x="457200" y="3821014"/>
              <a:ext cx="15544800" cy="4681556"/>
            </a:xfrm>
            <a:prstGeom prst="rect">
              <a:avLst/>
            </a:prstGeom>
            <a:noFill/>
            <a:ln>
              <a:noFill/>
            </a:ln>
          </p:spPr>
          <p:txBody>
            <a:bodyPr spcFirstLastPara="1" wrap="square" lIns="63500" tIns="31725" rIns="63500" bIns="31725" anchor="t" anchorCtr="0">
              <a:spAutoFit/>
            </a:bodyPr>
            <a:lstStyle/>
            <a:p>
              <a:pPr marL="0" marR="0" lvl="0" indent="0" algn="l" rtl="0">
                <a:spcBef>
                  <a:spcPts val="0"/>
                </a:spcBef>
                <a:spcAft>
                  <a:spcPts val="0"/>
                </a:spcAft>
                <a:buNone/>
              </a:pPr>
              <a:r>
                <a:rPr lang="en-US" sz="2800" dirty="0">
                  <a:solidFill>
                    <a:schemeClr val="dk1"/>
                  </a:solidFill>
                  <a:latin typeface="Times"/>
                  <a:ea typeface="Times"/>
                  <a:cs typeface="Times"/>
                  <a:sym typeface="Times"/>
                </a:rPr>
                <a:t>Manually reading hundreds of YouTube comments to learn about your audience is time consuming and subjective. Content creators have no quick way to know how their audience feels, what topics they care about, or more generally, if they did a good job or not.</a:t>
              </a:r>
            </a:p>
            <a:p>
              <a:pPr marL="0" marR="0" lvl="0" indent="0" algn="l" rtl="0">
                <a:spcBef>
                  <a:spcPts val="0"/>
                </a:spcBef>
                <a:spcAft>
                  <a:spcPts val="0"/>
                </a:spcAft>
                <a:buNone/>
              </a:pPr>
              <a:endParaRPr lang="en-US" sz="2800" dirty="0">
                <a:solidFill>
                  <a:schemeClr val="dk1"/>
                </a:solidFill>
                <a:latin typeface="Times"/>
                <a:ea typeface="Times"/>
                <a:cs typeface="Times"/>
                <a:sym typeface="Times"/>
              </a:endParaRPr>
            </a:p>
            <a:p>
              <a:pPr marL="0" marR="0" lvl="0" indent="0" algn="l" rtl="0">
                <a:spcBef>
                  <a:spcPts val="0"/>
                </a:spcBef>
                <a:spcAft>
                  <a:spcPts val="0"/>
                </a:spcAft>
                <a:buNone/>
              </a:pPr>
              <a:r>
                <a:rPr lang="en-US" sz="2800" dirty="0">
                  <a:solidFill>
                    <a:schemeClr val="dk1"/>
                  </a:solidFill>
                  <a:latin typeface="Times"/>
                  <a:ea typeface="Times"/>
                  <a:cs typeface="Times"/>
                  <a:sym typeface="Times"/>
                </a:rPr>
                <a:t>YTCA automates this repetitive, stubborn work by fetching up to 100 comments and running them through AI models to surface meaningful insights in minutes.</a:t>
              </a:r>
            </a:p>
          </p:txBody>
        </p:sp>
        <p:sp>
          <p:nvSpPr>
            <p:cNvPr id="93" name="Google Shape;93;p1"/>
            <p:cNvSpPr txBox="1"/>
            <p:nvPr/>
          </p:nvSpPr>
          <p:spPr>
            <a:xfrm>
              <a:off x="457200" y="3062938"/>
              <a:ext cx="15544800" cy="660000"/>
            </a:xfrm>
            <a:prstGeom prst="rect">
              <a:avLst/>
            </a:prstGeom>
            <a:noFill/>
            <a:ln>
              <a:noFill/>
            </a:ln>
          </p:spPr>
          <p:txBody>
            <a:bodyPr spcFirstLastPara="1" wrap="square" lIns="63500" tIns="31725" rIns="63500" bIns="31725" anchor="t" anchorCtr="0">
              <a:spAutoFit/>
            </a:bodyPr>
            <a:lstStyle/>
            <a:p>
              <a:pPr marL="0" marR="0" lvl="0" indent="0" algn="ctr" rtl="0">
                <a:spcBef>
                  <a:spcPts val="0"/>
                </a:spcBef>
                <a:spcAft>
                  <a:spcPts val="0"/>
                </a:spcAft>
                <a:buNone/>
              </a:pPr>
              <a:r>
                <a:rPr lang="en-US" sz="2800" b="1" dirty="0">
                  <a:solidFill>
                    <a:srgbClr val="CD3E3D"/>
                  </a:solidFill>
                  <a:latin typeface="Trebuchet MS"/>
                  <a:ea typeface="Trebuchet MS"/>
                  <a:cs typeface="Trebuchet MS"/>
                  <a:sym typeface="Trebuchet MS"/>
                </a:rPr>
                <a:t>Motivation &amp; Purpose</a:t>
              </a:r>
              <a:endParaRPr sz="1000" dirty="0"/>
            </a:p>
          </p:txBody>
        </p:sp>
      </p:grpSp>
      <p:sp>
        <p:nvSpPr>
          <p:cNvPr id="95" name="Google Shape;95;p1"/>
          <p:cNvSpPr/>
          <p:nvPr/>
        </p:nvSpPr>
        <p:spPr>
          <a:xfrm>
            <a:off x="0" y="30855881"/>
            <a:ext cx="21945600" cy="2057400"/>
          </a:xfrm>
          <a:prstGeom prst="rect">
            <a:avLst/>
          </a:prstGeom>
          <a:solidFill>
            <a:srgbClr val="CD3D3D"/>
          </a:solidFill>
          <a:ln>
            <a:noFill/>
          </a:ln>
        </p:spPr>
        <p:txBody>
          <a:bodyPr spcFirstLastPara="1" wrap="square" lIns="63500" tIns="31725" rIns="63500" bIns="31725"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97" name="Google Shape;97;p1"/>
          <p:cNvSpPr txBox="1"/>
          <p:nvPr/>
        </p:nvSpPr>
        <p:spPr>
          <a:xfrm>
            <a:off x="304800" y="6599283"/>
            <a:ext cx="21336000" cy="494957"/>
          </a:xfrm>
          <a:prstGeom prst="rect">
            <a:avLst/>
          </a:prstGeom>
          <a:noFill/>
          <a:ln>
            <a:noFill/>
          </a:ln>
        </p:spPr>
        <p:txBody>
          <a:bodyPr spcFirstLastPara="1" wrap="square" lIns="63500" tIns="31725" rIns="63500" bIns="31725" anchor="t" anchorCtr="0">
            <a:spAutoFit/>
          </a:bodyPr>
          <a:lstStyle/>
          <a:p>
            <a:pPr marL="0" marR="0" lvl="0" indent="0" algn="ctr" rtl="0">
              <a:spcBef>
                <a:spcPts val="0"/>
              </a:spcBef>
              <a:spcAft>
                <a:spcPts val="0"/>
              </a:spcAft>
              <a:buNone/>
            </a:pPr>
            <a:r>
              <a:rPr lang="en-US" sz="2800" b="1" dirty="0">
                <a:solidFill>
                  <a:srgbClr val="CD3E3D"/>
                </a:solidFill>
                <a:latin typeface="Trebuchet MS"/>
                <a:sym typeface="Trebuchet MS"/>
              </a:rPr>
              <a:t>YTCA Demonstration</a:t>
            </a:r>
            <a:endParaRPr sz="1000" dirty="0"/>
          </a:p>
        </p:txBody>
      </p:sp>
      <p:grpSp>
        <p:nvGrpSpPr>
          <p:cNvPr id="98" name="Google Shape;98;p1"/>
          <p:cNvGrpSpPr/>
          <p:nvPr/>
        </p:nvGrpSpPr>
        <p:grpSpPr>
          <a:xfrm>
            <a:off x="958533" y="16459200"/>
            <a:ext cx="9710000" cy="5372386"/>
            <a:chOff x="457200" y="3062938"/>
            <a:chExt cx="15544800" cy="7163175"/>
          </a:xfrm>
        </p:grpSpPr>
        <p:sp>
          <p:nvSpPr>
            <p:cNvPr id="99" name="Google Shape;99;p1"/>
            <p:cNvSpPr txBox="1"/>
            <p:nvPr/>
          </p:nvSpPr>
          <p:spPr>
            <a:xfrm>
              <a:off x="457200" y="3821013"/>
              <a:ext cx="15544800" cy="6405100"/>
            </a:xfrm>
            <a:prstGeom prst="rect">
              <a:avLst/>
            </a:prstGeom>
            <a:noFill/>
            <a:ln>
              <a:noFill/>
            </a:ln>
          </p:spPr>
          <p:txBody>
            <a:bodyPr spcFirstLastPara="1" wrap="square" lIns="63500" tIns="31725" rIns="63500" bIns="31725" anchor="t" anchorCtr="0">
              <a:spAutoFit/>
            </a:bodyPr>
            <a:lstStyle/>
            <a:p>
              <a:pPr lvl="0"/>
              <a:r>
                <a:rPr lang="en-US" sz="2800" b="1" dirty="0">
                  <a:solidFill>
                    <a:schemeClr val="dk1"/>
                  </a:solidFill>
                  <a:latin typeface="Times"/>
                  <a:cs typeface="Times"/>
                  <a:sym typeface="Times"/>
                </a:rPr>
                <a:t>Sentiment NLP: </a:t>
              </a:r>
              <a:r>
                <a:rPr lang="en-US" sz="2800" dirty="0" err="1">
                  <a:solidFill>
                    <a:schemeClr val="dk1"/>
                  </a:solidFill>
                  <a:latin typeface="Times"/>
                  <a:cs typeface="Times"/>
                  <a:sym typeface="Times"/>
                </a:rPr>
                <a:t>cardiffnlp</a:t>
              </a:r>
              <a:r>
                <a:rPr lang="en-US" sz="2800" dirty="0">
                  <a:solidFill>
                    <a:schemeClr val="dk1"/>
                  </a:solidFill>
                  <a:latin typeface="Times"/>
                  <a:cs typeface="Times"/>
                  <a:sym typeface="Times"/>
                </a:rPr>
                <a:t>/twitter-</a:t>
              </a:r>
              <a:r>
                <a:rPr lang="en-US" sz="2800" dirty="0" err="1">
                  <a:solidFill>
                    <a:schemeClr val="dk1"/>
                  </a:solidFill>
                  <a:latin typeface="Times"/>
                  <a:cs typeface="Times"/>
                  <a:sym typeface="Times"/>
                </a:rPr>
                <a:t>roberta</a:t>
              </a:r>
              <a:r>
                <a:rPr lang="en-US" sz="2800" dirty="0">
                  <a:solidFill>
                    <a:schemeClr val="dk1"/>
                  </a:solidFill>
                  <a:latin typeface="Times"/>
                  <a:cs typeface="Times"/>
                  <a:sym typeface="Times"/>
                </a:rPr>
                <a:t>-base-sentiment-latest</a:t>
              </a:r>
            </a:p>
            <a:p>
              <a:pPr lvl="0"/>
              <a:r>
                <a:rPr lang="en-US" sz="2800" b="1" dirty="0">
                  <a:solidFill>
                    <a:schemeClr val="dk1"/>
                  </a:solidFill>
                  <a:latin typeface="Times"/>
                  <a:cs typeface="Times"/>
                  <a:sym typeface="Times"/>
                </a:rPr>
                <a:t>Sarcasm Detection: </a:t>
              </a:r>
              <a:r>
                <a:rPr lang="en-US" sz="2800" dirty="0" err="1">
                  <a:solidFill>
                    <a:schemeClr val="dk1"/>
                  </a:solidFill>
                  <a:latin typeface="Times"/>
                  <a:cs typeface="Times"/>
                  <a:sym typeface="Times"/>
                </a:rPr>
                <a:t>helinvian</a:t>
              </a:r>
              <a:r>
                <a:rPr lang="en-US" sz="2800" dirty="0">
                  <a:solidFill>
                    <a:schemeClr val="dk1"/>
                  </a:solidFill>
                  <a:latin typeface="Times"/>
                  <a:cs typeface="Times"/>
                  <a:sym typeface="Times"/>
                </a:rPr>
                <a:t>/</a:t>
              </a:r>
              <a:r>
                <a:rPr lang="en-US" sz="2800" dirty="0" err="1">
                  <a:solidFill>
                    <a:schemeClr val="dk1"/>
                  </a:solidFill>
                  <a:latin typeface="Times"/>
                  <a:cs typeface="Times"/>
                  <a:sym typeface="Times"/>
                </a:rPr>
                <a:t>english</a:t>
              </a:r>
              <a:r>
                <a:rPr lang="en-US" sz="2800" dirty="0">
                  <a:solidFill>
                    <a:schemeClr val="dk1"/>
                  </a:solidFill>
                  <a:latin typeface="Times"/>
                  <a:cs typeface="Times"/>
                  <a:sym typeface="Times"/>
                </a:rPr>
                <a:t>-sarcasm-detector</a:t>
              </a:r>
            </a:p>
            <a:p>
              <a:pPr lvl="0"/>
              <a:r>
                <a:rPr lang="en-US" sz="2800" b="1" dirty="0">
                  <a:solidFill>
                    <a:schemeClr val="dk1"/>
                  </a:solidFill>
                  <a:latin typeface="Times"/>
                  <a:cs typeface="Times"/>
                  <a:sym typeface="Times"/>
                </a:rPr>
                <a:t>Thematic Clustering:</a:t>
              </a:r>
              <a:r>
                <a:rPr lang="en-US" sz="2800" dirty="0">
                  <a:solidFill>
                    <a:schemeClr val="dk1"/>
                  </a:solidFill>
                  <a:latin typeface="Times"/>
                  <a:cs typeface="Times"/>
                  <a:sym typeface="Times"/>
                </a:rPr>
                <a:t> K-Means on TF-IDF vectors (scikit-learn)</a:t>
              </a:r>
            </a:p>
            <a:p>
              <a:pPr lvl="0"/>
              <a:r>
                <a:rPr lang="en-US" sz="2800" b="1" dirty="0">
                  <a:solidFill>
                    <a:schemeClr val="dk1"/>
                  </a:solidFill>
                  <a:latin typeface="Times"/>
                  <a:cs typeface="Times"/>
                  <a:sym typeface="Times"/>
                </a:rPr>
                <a:t>Dimensionality Reduction: </a:t>
              </a:r>
              <a:r>
                <a:rPr lang="en-US" sz="2800" dirty="0">
                  <a:solidFill>
                    <a:schemeClr val="dk1"/>
                  </a:solidFill>
                  <a:latin typeface="Times"/>
                  <a:cs typeface="Times"/>
                  <a:sym typeface="Times"/>
                </a:rPr>
                <a:t>PCA for 2D cluster visualization</a:t>
              </a:r>
            </a:p>
            <a:p>
              <a:pPr lvl="0"/>
              <a:r>
                <a:rPr lang="en-US" sz="2800" b="1" dirty="0">
                  <a:solidFill>
                    <a:schemeClr val="dk1"/>
                  </a:solidFill>
                  <a:latin typeface="Times"/>
                  <a:cs typeface="Times"/>
                  <a:sym typeface="Times"/>
                </a:rPr>
                <a:t>Text Preprocessing: </a:t>
              </a:r>
              <a:r>
                <a:rPr lang="en-US" sz="2800" dirty="0">
                  <a:solidFill>
                    <a:schemeClr val="dk1"/>
                  </a:solidFill>
                  <a:latin typeface="Times"/>
                  <a:cs typeface="Times"/>
                  <a:sym typeface="Times"/>
                </a:rPr>
                <a:t>SpaCy lemmatization &amp; hardcoded slang normalization</a:t>
              </a:r>
            </a:p>
            <a:p>
              <a:pPr lvl="0"/>
              <a:r>
                <a:rPr lang="en-US" sz="2800" b="1" dirty="0">
                  <a:solidFill>
                    <a:schemeClr val="dk1"/>
                  </a:solidFill>
                  <a:latin typeface="Times"/>
                  <a:cs typeface="Times"/>
                  <a:sym typeface="Times"/>
                </a:rPr>
                <a:t>Keyword Extraction: </a:t>
              </a:r>
              <a:r>
                <a:rPr lang="en-US" sz="2800" dirty="0">
                  <a:solidFill>
                    <a:schemeClr val="dk1"/>
                  </a:solidFill>
                  <a:latin typeface="Times"/>
                  <a:cs typeface="Times"/>
                  <a:sym typeface="Times"/>
                </a:rPr>
                <a:t>SpaCy POS tagging</a:t>
              </a:r>
            </a:p>
            <a:p>
              <a:pPr lvl="0"/>
              <a:r>
                <a:rPr lang="en-US" sz="2800" b="1" dirty="0">
                  <a:solidFill>
                    <a:schemeClr val="dk1"/>
                  </a:solidFill>
                  <a:latin typeface="Times"/>
                  <a:cs typeface="Times"/>
                  <a:sym typeface="Times"/>
                </a:rPr>
                <a:t>Backend:</a:t>
              </a:r>
              <a:r>
                <a:rPr lang="en-US" sz="2800" dirty="0">
                  <a:solidFill>
                    <a:schemeClr val="dk1"/>
                  </a:solidFill>
                  <a:latin typeface="Times"/>
                  <a:cs typeface="Times"/>
                  <a:sym typeface="Times"/>
                </a:rPr>
                <a:t> </a:t>
              </a:r>
              <a:r>
                <a:rPr lang="en-US" sz="2800" dirty="0" err="1">
                  <a:solidFill>
                    <a:schemeClr val="dk1"/>
                  </a:solidFill>
                  <a:latin typeface="Times"/>
                  <a:cs typeface="Times"/>
                  <a:sym typeface="Times"/>
                </a:rPr>
                <a:t>FastAPI</a:t>
              </a:r>
              <a:r>
                <a:rPr lang="en-US" sz="2800" dirty="0">
                  <a:solidFill>
                    <a:schemeClr val="dk1"/>
                  </a:solidFill>
                  <a:latin typeface="Times"/>
                  <a:cs typeface="Times"/>
                  <a:sym typeface="Times"/>
                </a:rPr>
                <a:t> (Python)</a:t>
              </a:r>
            </a:p>
            <a:p>
              <a:pPr lvl="0"/>
              <a:r>
                <a:rPr lang="en-US" sz="2800" b="1" dirty="0">
                  <a:solidFill>
                    <a:schemeClr val="dk1"/>
                  </a:solidFill>
                  <a:latin typeface="Times"/>
                  <a:cs typeface="Times"/>
                  <a:sym typeface="Times"/>
                </a:rPr>
                <a:t>Frontend: </a:t>
              </a:r>
              <a:r>
                <a:rPr lang="en-US" sz="2800" dirty="0">
                  <a:solidFill>
                    <a:schemeClr val="dk1"/>
                  </a:solidFill>
                  <a:latin typeface="Times"/>
                  <a:cs typeface="Times"/>
                  <a:sym typeface="Times"/>
                </a:rPr>
                <a:t>Chrome Extension (HTML,  CSS, JS)</a:t>
              </a:r>
            </a:p>
            <a:p>
              <a:pPr lvl="0"/>
              <a:r>
                <a:rPr lang="en-US" sz="2800" b="1" dirty="0">
                  <a:solidFill>
                    <a:schemeClr val="dk1"/>
                  </a:solidFill>
                  <a:latin typeface="Times"/>
                  <a:cs typeface="Times"/>
                  <a:sym typeface="Times"/>
                </a:rPr>
                <a:t>Data Source: </a:t>
              </a:r>
              <a:r>
                <a:rPr lang="en-US" sz="2800" dirty="0">
                  <a:solidFill>
                    <a:schemeClr val="dk1"/>
                  </a:solidFill>
                  <a:latin typeface="Times"/>
                  <a:cs typeface="Times"/>
                  <a:sym typeface="Times"/>
                </a:rPr>
                <a:t>YouTube Data API v3</a:t>
              </a:r>
            </a:p>
            <a:p>
              <a:pPr lvl="0"/>
              <a:r>
                <a:rPr lang="en-US" sz="2800" b="1" dirty="0">
                  <a:solidFill>
                    <a:schemeClr val="dk1"/>
                  </a:solidFill>
                  <a:latin typeface="Times"/>
                  <a:cs typeface="Times"/>
                  <a:sym typeface="Times"/>
                </a:rPr>
                <a:t>NLP Source: </a:t>
              </a:r>
              <a:r>
                <a:rPr lang="en-US" sz="2800" dirty="0">
                  <a:solidFill>
                    <a:schemeClr val="dk1"/>
                  </a:solidFill>
                  <a:latin typeface="Times"/>
                  <a:cs typeface="Times"/>
                  <a:sym typeface="Times"/>
                </a:rPr>
                <a:t>Hugging Face</a:t>
              </a:r>
              <a:endParaRPr lang="en-US" sz="2800" b="1" dirty="0">
                <a:solidFill>
                  <a:schemeClr val="dk1"/>
                </a:solidFill>
                <a:latin typeface="Times"/>
                <a:cs typeface="Times"/>
                <a:sym typeface="Times"/>
              </a:endParaRPr>
            </a:p>
          </p:txBody>
        </p:sp>
        <p:sp>
          <p:nvSpPr>
            <p:cNvPr id="100" name="Google Shape;100;p1"/>
            <p:cNvSpPr txBox="1"/>
            <p:nvPr/>
          </p:nvSpPr>
          <p:spPr>
            <a:xfrm>
              <a:off x="457200" y="3062938"/>
              <a:ext cx="15544800" cy="659999"/>
            </a:xfrm>
            <a:prstGeom prst="rect">
              <a:avLst/>
            </a:prstGeom>
            <a:noFill/>
            <a:ln>
              <a:noFill/>
            </a:ln>
          </p:spPr>
          <p:txBody>
            <a:bodyPr spcFirstLastPara="1" wrap="square" lIns="63500" tIns="31725" rIns="63500" bIns="31725" anchor="t" anchorCtr="0">
              <a:spAutoFit/>
            </a:bodyPr>
            <a:lstStyle/>
            <a:p>
              <a:pPr marL="0" marR="0" lvl="0" indent="0" algn="ctr" rtl="0">
                <a:spcBef>
                  <a:spcPts val="0"/>
                </a:spcBef>
                <a:spcAft>
                  <a:spcPts val="0"/>
                </a:spcAft>
                <a:buNone/>
              </a:pPr>
              <a:r>
                <a:rPr lang="en-US" sz="2800" b="1" dirty="0">
                  <a:solidFill>
                    <a:srgbClr val="CD3E3D"/>
                  </a:solidFill>
                  <a:latin typeface="Trebuchet MS"/>
                  <a:ea typeface="Trebuchet MS"/>
                  <a:cs typeface="Trebuchet MS"/>
                  <a:sym typeface="Trebuchet MS"/>
                </a:rPr>
                <a:t>Key Methods &amp; Technologies</a:t>
              </a:r>
              <a:endParaRPr sz="1000" dirty="0"/>
            </a:p>
          </p:txBody>
        </p:sp>
      </p:grpSp>
      <p:grpSp>
        <p:nvGrpSpPr>
          <p:cNvPr id="101" name="Google Shape;101;p1"/>
          <p:cNvGrpSpPr/>
          <p:nvPr/>
        </p:nvGrpSpPr>
        <p:grpSpPr>
          <a:xfrm>
            <a:off x="11276549" y="16491658"/>
            <a:ext cx="9653605" cy="2356175"/>
            <a:chOff x="455601" y="4438353"/>
            <a:chExt cx="15544801" cy="3141567"/>
          </a:xfrm>
        </p:grpSpPr>
        <p:sp>
          <p:nvSpPr>
            <p:cNvPr id="102" name="Google Shape;102;p1"/>
            <p:cNvSpPr txBox="1"/>
            <p:nvPr/>
          </p:nvSpPr>
          <p:spPr>
            <a:xfrm>
              <a:off x="455601" y="5196429"/>
              <a:ext cx="15544801" cy="2383491"/>
            </a:xfrm>
            <a:prstGeom prst="rect">
              <a:avLst/>
            </a:prstGeom>
            <a:noFill/>
            <a:ln>
              <a:noFill/>
            </a:ln>
          </p:spPr>
          <p:txBody>
            <a:bodyPr spcFirstLastPara="1" wrap="square" lIns="63500" tIns="31725" rIns="63500" bIns="31725" anchor="t" anchorCtr="0">
              <a:spAutoFit/>
            </a:bodyPr>
            <a:lstStyle/>
            <a:p>
              <a:pPr marL="0" marR="0" lvl="0" indent="0" rtl="0">
                <a:spcBef>
                  <a:spcPts val="0"/>
                </a:spcBef>
                <a:spcAft>
                  <a:spcPts val="0"/>
                </a:spcAft>
                <a:buNone/>
              </a:pPr>
              <a:r>
                <a:rPr lang="en-US" sz="2800" b="1" dirty="0">
                  <a:solidFill>
                    <a:schemeClr val="dk1"/>
                  </a:solidFill>
                  <a:latin typeface="Times"/>
                  <a:ea typeface="Times"/>
                  <a:cs typeface="Times"/>
                  <a:sym typeface="Times"/>
                </a:rPr>
                <a:t>	YouTube URL                    YouTube Data API v3</a:t>
              </a:r>
            </a:p>
            <a:p>
              <a:pPr marL="0" marR="0" lvl="0" indent="0" algn="ctr" rtl="0">
                <a:spcBef>
                  <a:spcPts val="0"/>
                </a:spcBef>
                <a:spcAft>
                  <a:spcPts val="0"/>
                </a:spcAft>
                <a:buNone/>
              </a:pPr>
              <a:endParaRPr lang="en-US" sz="2800" b="1" dirty="0">
                <a:solidFill>
                  <a:schemeClr val="dk1"/>
                </a:solidFill>
                <a:latin typeface="Times"/>
                <a:ea typeface="Times"/>
                <a:cs typeface="Times"/>
                <a:sym typeface="Times"/>
              </a:endParaRPr>
            </a:p>
            <a:p>
              <a:pPr marL="0" marR="0" lvl="0" indent="0" algn="ctr" rtl="0">
                <a:spcBef>
                  <a:spcPts val="0"/>
                </a:spcBef>
                <a:spcAft>
                  <a:spcPts val="0"/>
                </a:spcAft>
                <a:buNone/>
              </a:pPr>
              <a:endParaRPr lang="en-US" sz="2800" b="1" dirty="0">
                <a:solidFill>
                  <a:schemeClr val="dk1"/>
                </a:solidFill>
                <a:latin typeface="Times"/>
                <a:ea typeface="Times"/>
                <a:cs typeface="Times"/>
                <a:sym typeface="Times"/>
              </a:endParaRPr>
            </a:p>
            <a:p>
              <a:pPr marL="0" marR="0" lvl="0" indent="0" algn="ctr" rtl="0">
                <a:spcBef>
                  <a:spcPts val="0"/>
                </a:spcBef>
                <a:spcAft>
                  <a:spcPts val="0"/>
                </a:spcAft>
                <a:buNone/>
              </a:pPr>
              <a:r>
                <a:rPr lang="en-US" sz="2800" b="1" dirty="0">
                  <a:solidFill>
                    <a:schemeClr val="dk1"/>
                  </a:solidFill>
                  <a:latin typeface="Times"/>
                  <a:ea typeface="Times"/>
                  <a:cs typeface="Times"/>
                  <a:sym typeface="Times"/>
                </a:rPr>
                <a:t>Preprocessing</a:t>
              </a:r>
            </a:p>
          </p:txBody>
        </p:sp>
        <p:sp>
          <p:nvSpPr>
            <p:cNvPr id="103" name="Google Shape;103;p1"/>
            <p:cNvSpPr txBox="1"/>
            <p:nvPr/>
          </p:nvSpPr>
          <p:spPr>
            <a:xfrm>
              <a:off x="455601" y="4438353"/>
              <a:ext cx="15544800" cy="660000"/>
            </a:xfrm>
            <a:prstGeom prst="rect">
              <a:avLst/>
            </a:prstGeom>
            <a:noFill/>
            <a:ln>
              <a:noFill/>
            </a:ln>
          </p:spPr>
          <p:txBody>
            <a:bodyPr spcFirstLastPara="1" wrap="square" lIns="63500" tIns="31725" rIns="63500" bIns="31725" anchor="t" anchorCtr="0">
              <a:spAutoFit/>
            </a:bodyPr>
            <a:lstStyle/>
            <a:p>
              <a:pPr marL="0" marR="0" lvl="0" indent="0" algn="ctr" rtl="0">
                <a:spcBef>
                  <a:spcPts val="0"/>
                </a:spcBef>
                <a:spcAft>
                  <a:spcPts val="0"/>
                </a:spcAft>
                <a:buNone/>
              </a:pPr>
              <a:r>
                <a:rPr lang="en-US" sz="2800" b="1" dirty="0">
                  <a:solidFill>
                    <a:srgbClr val="CD3E3D"/>
                  </a:solidFill>
                  <a:latin typeface="Trebuchet MS"/>
                  <a:ea typeface="Trebuchet MS"/>
                  <a:cs typeface="Trebuchet MS"/>
                  <a:sym typeface="Trebuchet MS"/>
                </a:rPr>
                <a:t>AI Pipeline Diagram</a:t>
              </a:r>
              <a:endParaRPr sz="1000" dirty="0"/>
            </a:p>
          </p:txBody>
        </p:sp>
      </p:grpSp>
      <p:pic>
        <p:nvPicPr>
          <p:cNvPr id="2" name="Picture 1">
            <a:extLst>
              <a:ext uri="{FF2B5EF4-FFF2-40B4-BE49-F238E27FC236}">
                <a16:creationId xmlns:a16="http://schemas.microsoft.com/office/drawing/2014/main" id="{2DD38A51-AC05-15E0-689A-69124E0D0A28}"/>
              </a:ext>
            </a:extLst>
          </p:cNvPr>
          <p:cNvPicPr>
            <a:picLocks noChangeAspect="1"/>
          </p:cNvPicPr>
          <p:nvPr/>
        </p:nvPicPr>
        <p:blipFill>
          <a:blip r:embed="rId3"/>
          <a:stretch>
            <a:fillRect/>
          </a:stretch>
        </p:blipFill>
        <p:spPr>
          <a:xfrm>
            <a:off x="0" y="448042"/>
            <a:ext cx="2500654" cy="1250327"/>
          </a:xfrm>
          <a:prstGeom prst="rect">
            <a:avLst/>
          </a:prstGeom>
        </p:spPr>
      </p:pic>
      <p:pic>
        <p:nvPicPr>
          <p:cNvPr id="4" name="Picture 3">
            <a:extLst>
              <a:ext uri="{FF2B5EF4-FFF2-40B4-BE49-F238E27FC236}">
                <a16:creationId xmlns:a16="http://schemas.microsoft.com/office/drawing/2014/main" id="{BD734ECB-8F2B-DDF6-118B-527D7E383F81}"/>
              </a:ext>
            </a:extLst>
          </p:cNvPr>
          <p:cNvPicPr>
            <a:picLocks noChangeAspect="1"/>
          </p:cNvPicPr>
          <p:nvPr/>
        </p:nvPicPr>
        <p:blipFill>
          <a:blip r:embed="rId4"/>
          <a:srcRect/>
          <a:stretch/>
        </p:blipFill>
        <p:spPr>
          <a:xfrm>
            <a:off x="19160223" y="148855"/>
            <a:ext cx="1769931" cy="176993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8" name="Arrow: Down 7">
            <a:extLst>
              <a:ext uri="{FF2B5EF4-FFF2-40B4-BE49-F238E27FC236}">
                <a16:creationId xmlns:a16="http://schemas.microsoft.com/office/drawing/2014/main" id="{E2A3B0D1-0A78-5BCB-D5CA-7EDC3A47F218}"/>
              </a:ext>
            </a:extLst>
          </p:cNvPr>
          <p:cNvSpPr/>
          <p:nvPr/>
        </p:nvSpPr>
        <p:spPr>
          <a:xfrm rot="2561045">
            <a:off x="17323750" y="17650126"/>
            <a:ext cx="484632" cy="657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Google Shape;102;p1">
            <a:extLst>
              <a:ext uri="{FF2B5EF4-FFF2-40B4-BE49-F238E27FC236}">
                <a16:creationId xmlns:a16="http://schemas.microsoft.com/office/drawing/2014/main" id="{05CFBC84-7A38-374F-F373-2E725E049941}"/>
              </a:ext>
            </a:extLst>
          </p:cNvPr>
          <p:cNvSpPr txBox="1"/>
          <p:nvPr/>
        </p:nvSpPr>
        <p:spPr>
          <a:xfrm>
            <a:off x="11928075" y="18897367"/>
            <a:ext cx="7905218" cy="8250926"/>
          </a:xfrm>
          <a:prstGeom prst="rect">
            <a:avLst/>
          </a:prstGeom>
          <a:noFill/>
          <a:ln>
            <a:noFill/>
          </a:ln>
        </p:spPr>
        <p:txBody>
          <a:bodyPr spcFirstLastPara="1" wrap="square" lIns="63500" tIns="31725" rIns="63500" bIns="31725" numCol="2" anchor="t" anchorCtr="0">
            <a:spAutoFit/>
          </a:bodyPr>
          <a:lstStyle/>
          <a:p>
            <a:pPr marL="0" marR="0" lvl="0" indent="0" algn="ctr" rtl="0">
              <a:spcBef>
                <a:spcPts val="0"/>
              </a:spcBef>
              <a:spcAft>
                <a:spcPts val="0"/>
              </a:spcAft>
              <a:buNone/>
            </a:pPr>
            <a:endParaRPr lang="en-US" sz="2800" u="sng" dirty="0">
              <a:solidFill>
                <a:schemeClr val="dk1"/>
              </a:solidFill>
              <a:latin typeface="Times"/>
              <a:ea typeface="Times"/>
              <a:cs typeface="Times"/>
              <a:sym typeface="Times"/>
            </a:endParaRPr>
          </a:p>
          <a:p>
            <a:pPr marL="0" marR="0" lvl="0" indent="0" algn="ctr" rtl="0">
              <a:spcBef>
                <a:spcPts val="0"/>
              </a:spcBef>
              <a:spcAft>
                <a:spcPts val="0"/>
              </a:spcAft>
              <a:buNone/>
            </a:pPr>
            <a:r>
              <a:rPr lang="en-US" sz="2800" u="sng" dirty="0">
                <a:solidFill>
                  <a:schemeClr val="dk1"/>
                </a:solidFill>
                <a:latin typeface="Times"/>
                <a:ea typeface="Times"/>
                <a:cs typeface="Times"/>
                <a:sym typeface="Times"/>
              </a:rPr>
              <a:t>Sentiment Path:</a:t>
            </a:r>
          </a:p>
          <a:p>
            <a:pPr marL="457200" marR="0" lvl="0" indent="-457200" algn="ctr" rtl="0">
              <a:spcBef>
                <a:spcPts val="0"/>
              </a:spcBef>
              <a:spcAft>
                <a:spcPts val="0"/>
              </a:spcAft>
              <a:buFont typeface="Arial" panose="020B0604020202020204" pitchFamily="34" charset="0"/>
              <a:buChar char="•"/>
            </a:pPr>
            <a:r>
              <a:rPr lang="en-US" sz="2400" dirty="0">
                <a:solidFill>
                  <a:schemeClr val="dk1"/>
                </a:solidFill>
                <a:latin typeface="Times"/>
                <a:ea typeface="Times"/>
                <a:cs typeface="Times"/>
                <a:sym typeface="Times"/>
              </a:rPr>
              <a:t>Strip URLs</a:t>
            </a:r>
          </a:p>
          <a:p>
            <a:pPr marL="457200" marR="0" lvl="0" indent="-457200" algn="ctr" rtl="0">
              <a:spcBef>
                <a:spcPts val="0"/>
              </a:spcBef>
              <a:spcAft>
                <a:spcPts val="0"/>
              </a:spcAft>
              <a:buFont typeface="Arial" panose="020B0604020202020204" pitchFamily="34" charset="0"/>
              <a:buChar char="•"/>
            </a:pPr>
            <a:r>
              <a:rPr lang="en-US" sz="2400" dirty="0">
                <a:solidFill>
                  <a:schemeClr val="dk1"/>
                </a:solidFill>
                <a:latin typeface="Times"/>
                <a:ea typeface="Times"/>
                <a:cs typeface="Times"/>
                <a:sym typeface="Times"/>
              </a:rPr>
              <a:t>Normalize Slangs</a:t>
            </a:r>
          </a:p>
          <a:p>
            <a:pPr marL="0" marR="0" lvl="0" indent="0" algn="ctr" rtl="0">
              <a:spcBef>
                <a:spcPts val="0"/>
              </a:spcBef>
              <a:spcAft>
                <a:spcPts val="0"/>
              </a:spcAft>
              <a:buNone/>
            </a:pPr>
            <a:endParaRPr lang="en-US" sz="2800" dirty="0">
              <a:solidFill>
                <a:schemeClr val="dk1"/>
              </a:solidFill>
              <a:latin typeface="Times"/>
              <a:ea typeface="Times"/>
              <a:cs typeface="Times"/>
              <a:sym typeface="Times"/>
            </a:endParaRPr>
          </a:p>
          <a:p>
            <a:pPr marL="0" marR="0" lvl="0" indent="0" algn="ctr" rtl="0">
              <a:spcBef>
                <a:spcPts val="0"/>
              </a:spcBef>
              <a:spcAft>
                <a:spcPts val="0"/>
              </a:spcAft>
              <a:buNone/>
            </a:pPr>
            <a:endParaRPr lang="en-US" sz="2800" dirty="0">
              <a:solidFill>
                <a:schemeClr val="dk1"/>
              </a:solidFill>
              <a:latin typeface="Times"/>
              <a:ea typeface="Times"/>
              <a:cs typeface="Times"/>
              <a:sym typeface="Times"/>
            </a:endParaRPr>
          </a:p>
          <a:p>
            <a:pPr marL="0" marR="0" lvl="0" indent="0" algn="ctr" rtl="0">
              <a:spcBef>
                <a:spcPts val="0"/>
              </a:spcBef>
              <a:spcAft>
                <a:spcPts val="0"/>
              </a:spcAft>
              <a:buNone/>
            </a:pPr>
            <a:endParaRPr lang="en-US" sz="2800" dirty="0">
              <a:solidFill>
                <a:schemeClr val="dk1"/>
              </a:solidFill>
              <a:latin typeface="Times"/>
              <a:ea typeface="Times"/>
              <a:cs typeface="Times"/>
              <a:sym typeface="Times"/>
            </a:endParaRPr>
          </a:p>
          <a:p>
            <a:pPr marL="0" marR="0" lvl="0" indent="0" algn="ctr" rtl="0">
              <a:spcBef>
                <a:spcPts val="0"/>
              </a:spcBef>
              <a:spcAft>
                <a:spcPts val="0"/>
              </a:spcAft>
              <a:buNone/>
            </a:pPr>
            <a:r>
              <a:rPr lang="en-US" sz="2800" b="1" dirty="0">
                <a:solidFill>
                  <a:schemeClr val="dk1"/>
                </a:solidFill>
                <a:latin typeface="Times"/>
                <a:ea typeface="Times"/>
                <a:cs typeface="Times"/>
                <a:sym typeface="Times"/>
              </a:rPr>
              <a:t>RoBERTa &amp; Sarcasm Detection </a:t>
            </a:r>
          </a:p>
          <a:p>
            <a:pPr marL="0" marR="0" lvl="0" indent="0" algn="ctr" rtl="0">
              <a:spcBef>
                <a:spcPts val="0"/>
              </a:spcBef>
              <a:spcAft>
                <a:spcPts val="0"/>
              </a:spcAft>
              <a:buNone/>
            </a:pPr>
            <a:endParaRPr lang="en-US" sz="2800" u="sng" dirty="0">
              <a:solidFill>
                <a:schemeClr val="dk1"/>
              </a:solidFill>
              <a:latin typeface="Times"/>
              <a:ea typeface="Times"/>
              <a:cs typeface="Times"/>
              <a:sym typeface="Times"/>
            </a:endParaRPr>
          </a:p>
          <a:p>
            <a:pPr marL="0" marR="0" lvl="0" indent="0" algn="ctr" rtl="0">
              <a:spcBef>
                <a:spcPts val="0"/>
              </a:spcBef>
              <a:spcAft>
                <a:spcPts val="0"/>
              </a:spcAft>
              <a:buNone/>
            </a:pPr>
            <a:endParaRPr lang="en-US" sz="2800" u="sng" dirty="0">
              <a:solidFill>
                <a:schemeClr val="dk1"/>
              </a:solidFill>
              <a:latin typeface="Times"/>
              <a:ea typeface="Times"/>
              <a:cs typeface="Times"/>
              <a:sym typeface="Times"/>
            </a:endParaRPr>
          </a:p>
          <a:p>
            <a:pPr marL="0" marR="0" lvl="0" indent="0" algn="ctr" rtl="0">
              <a:spcBef>
                <a:spcPts val="0"/>
              </a:spcBef>
              <a:spcAft>
                <a:spcPts val="0"/>
              </a:spcAft>
              <a:buNone/>
            </a:pPr>
            <a:r>
              <a:rPr lang="en-US" sz="2800" b="1" dirty="0">
                <a:solidFill>
                  <a:schemeClr val="dk1"/>
                </a:solidFill>
                <a:latin typeface="Times"/>
                <a:ea typeface="Times"/>
                <a:cs typeface="Times"/>
                <a:sym typeface="Times"/>
              </a:rPr>
              <a:t>Sentiment Label (pos/neu/neg)</a:t>
            </a:r>
          </a:p>
          <a:p>
            <a:pPr marL="0" marR="0" lvl="0" indent="0" algn="ctr" rtl="0">
              <a:spcBef>
                <a:spcPts val="0"/>
              </a:spcBef>
              <a:spcAft>
                <a:spcPts val="0"/>
              </a:spcAft>
              <a:buNone/>
            </a:pPr>
            <a:endParaRPr lang="en-US" sz="2800" u="sng" dirty="0">
              <a:solidFill>
                <a:schemeClr val="dk1"/>
              </a:solidFill>
              <a:latin typeface="Times"/>
              <a:ea typeface="Times"/>
              <a:cs typeface="Times"/>
              <a:sym typeface="Times"/>
            </a:endParaRPr>
          </a:p>
          <a:p>
            <a:pPr marL="0" marR="0" lvl="0" indent="0" algn="ctr" rtl="0">
              <a:spcBef>
                <a:spcPts val="0"/>
              </a:spcBef>
              <a:spcAft>
                <a:spcPts val="0"/>
              </a:spcAft>
              <a:buNone/>
            </a:pPr>
            <a:endParaRPr lang="en-US" sz="2800" u="sng" dirty="0">
              <a:solidFill>
                <a:schemeClr val="dk1"/>
              </a:solidFill>
              <a:latin typeface="Times"/>
              <a:ea typeface="Times"/>
              <a:cs typeface="Times"/>
              <a:sym typeface="Times"/>
            </a:endParaRPr>
          </a:p>
          <a:p>
            <a:pPr marL="0" marR="0" lvl="0" indent="0" algn="ctr" rtl="0">
              <a:spcBef>
                <a:spcPts val="0"/>
              </a:spcBef>
              <a:spcAft>
                <a:spcPts val="0"/>
              </a:spcAft>
              <a:buNone/>
            </a:pPr>
            <a:endParaRPr lang="en-US" sz="2800" u="sng" dirty="0">
              <a:solidFill>
                <a:schemeClr val="dk1"/>
              </a:solidFill>
              <a:latin typeface="Times"/>
              <a:ea typeface="Times"/>
              <a:cs typeface="Times"/>
              <a:sym typeface="Times"/>
            </a:endParaRPr>
          </a:p>
          <a:p>
            <a:pPr marL="0" marR="0" lvl="0" indent="0" algn="ctr" rtl="0">
              <a:spcBef>
                <a:spcPts val="0"/>
              </a:spcBef>
              <a:spcAft>
                <a:spcPts val="0"/>
              </a:spcAft>
              <a:buNone/>
            </a:pPr>
            <a:r>
              <a:rPr lang="en-US" sz="2800" b="1" dirty="0" err="1">
                <a:solidFill>
                  <a:schemeClr val="dk1"/>
                </a:solidFill>
                <a:latin typeface="Times"/>
                <a:ea typeface="Times"/>
                <a:cs typeface="Times"/>
                <a:sym typeface="Times"/>
              </a:rPr>
              <a:t>FastAPI</a:t>
            </a:r>
            <a:endParaRPr lang="en-US" sz="2800" b="1" dirty="0">
              <a:solidFill>
                <a:schemeClr val="dk1"/>
              </a:solidFill>
              <a:latin typeface="Times"/>
              <a:ea typeface="Times"/>
              <a:cs typeface="Times"/>
              <a:sym typeface="Times"/>
            </a:endParaRPr>
          </a:p>
          <a:p>
            <a:pPr marL="0" marR="0" lvl="0" indent="0" algn="ctr" rtl="0">
              <a:spcBef>
                <a:spcPts val="0"/>
              </a:spcBef>
              <a:spcAft>
                <a:spcPts val="0"/>
              </a:spcAft>
              <a:buNone/>
            </a:pPr>
            <a:endParaRPr lang="en-US" sz="2800" u="sng" dirty="0">
              <a:solidFill>
                <a:schemeClr val="dk1"/>
              </a:solidFill>
              <a:latin typeface="Times"/>
              <a:ea typeface="Times"/>
              <a:cs typeface="Times"/>
              <a:sym typeface="Times"/>
            </a:endParaRPr>
          </a:p>
          <a:p>
            <a:pPr marL="0" marR="0" lvl="0" indent="0" algn="ctr" rtl="0">
              <a:spcBef>
                <a:spcPts val="0"/>
              </a:spcBef>
              <a:spcAft>
                <a:spcPts val="0"/>
              </a:spcAft>
              <a:buNone/>
            </a:pPr>
            <a:endParaRPr lang="en-US" sz="2800" u="sng" dirty="0">
              <a:solidFill>
                <a:schemeClr val="dk1"/>
              </a:solidFill>
              <a:latin typeface="Times"/>
              <a:ea typeface="Times"/>
              <a:cs typeface="Times"/>
              <a:sym typeface="Times"/>
            </a:endParaRPr>
          </a:p>
          <a:p>
            <a:pPr marL="0" marR="0" lvl="0" indent="0" algn="ctr" rtl="0">
              <a:spcBef>
                <a:spcPts val="0"/>
              </a:spcBef>
              <a:spcAft>
                <a:spcPts val="0"/>
              </a:spcAft>
              <a:buNone/>
            </a:pPr>
            <a:r>
              <a:rPr lang="en-US" sz="2800" u="sng" dirty="0">
                <a:solidFill>
                  <a:schemeClr val="dk1"/>
                </a:solidFill>
                <a:latin typeface="Times"/>
                <a:ea typeface="Times"/>
                <a:cs typeface="Times"/>
                <a:sym typeface="Times"/>
              </a:rPr>
              <a:t>Clustering Path:</a:t>
            </a:r>
          </a:p>
          <a:p>
            <a:pPr marL="457200" marR="0" lvl="0" indent="-457200" algn="ctr" rtl="0">
              <a:spcBef>
                <a:spcPts val="0"/>
              </a:spcBef>
              <a:spcAft>
                <a:spcPts val="0"/>
              </a:spcAft>
              <a:buFont typeface="Arial" panose="020B0604020202020204" pitchFamily="34" charset="0"/>
              <a:buChar char="•"/>
            </a:pPr>
            <a:r>
              <a:rPr lang="en-US" sz="2400" dirty="0">
                <a:solidFill>
                  <a:schemeClr val="dk1"/>
                </a:solidFill>
                <a:latin typeface="Times"/>
                <a:ea typeface="Times"/>
                <a:cs typeface="Times"/>
                <a:sym typeface="Times"/>
              </a:rPr>
              <a:t>Strip URLs</a:t>
            </a:r>
          </a:p>
          <a:p>
            <a:pPr marL="457200" marR="0" lvl="0" indent="-457200" algn="ctr" rtl="0">
              <a:spcBef>
                <a:spcPts val="0"/>
              </a:spcBef>
              <a:spcAft>
                <a:spcPts val="0"/>
              </a:spcAft>
              <a:buFont typeface="Arial" panose="020B0604020202020204" pitchFamily="34" charset="0"/>
              <a:buChar char="•"/>
            </a:pPr>
            <a:r>
              <a:rPr lang="en-US" sz="2400" dirty="0">
                <a:solidFill>
                  <a:schemeClr val="dk1"/>
                </a:solidFill>
                <a:latin typeface="Times"/>
                <a:ea typeface="Times"/>
                <a:cs typeface="Times"/>
                <a:sym typeface="Times"/>
              </a:rPr>
              <a:t>Normalize Slangs</a:t>
            </a:r>
          </a:p>
          <a:p>
            <a:pPr marL="457200" marR="0" lvl="0" indent="-457200" algn="ctr" rtl="0">
              <a:spcBef>
                <a:spcPts val="0"/>
              </a:spcBef>
              <a:spcAft>
                <a:spcPts val="0"/>
              </a:spcAft>
              <a:buFont typeface="Arial" panose="020B0604020202020204" pitchFamily="34" charset="0"/>
              <a:buChar char="•"/>
            </a:pPr>
            <a:r>
              <a:rPr lang="en-US" sz="2400" dirty="0">
                <a:solidFill>
                  <a:schemeClr val="dk1"/>
                </a:solidFill>
                <a:latin typeface="Times"/>
                <a:ea typeface="Times"/>
                <a:cs typeface="Times"/>
                <a:sym typeface="Times"/>
              </a:rPr>
              <a:t>Strip Emojis</a:t>
            </a:r>
          </a:p>
          <a:p>
            <a:pPr marL="457200" marR="0" lvl="0" indent="-457200" algn="ctr" rtl="0">
              <a:spcBef>
                <a:spcPts val="0"/>
              </a:spcBef>
              <a:spcAft>
                <a:spcPts val="0"/>
              </a:spcAft>
              <a:buFont typeface="Arial" panose="020B0604020202020204" pitchFamily="34" charset="0"/>
              <a:buChar char="•"/>
            </a:pPr>
            <a:r>
              <a:rPr lang="en-US" sz="2400" dirty="0">
                <a:solidFill>
                  <a:schemeClr val="dk1"/>
                </a:solidFill>
                <a:latin typeface="Times"/>
                <a:ea typeface="Times"/>
                <a:cs typeface="Times"/>
                <a:sym typeface="Times"/>
              </a:rPr>
              <a:t>Lowercase</a:t>
            </a:r>
          </a:p>
          <a:p>
            <a:pPr marL="457200" marR="0" lvl="0" indent="-457200" algn="ctr" rtl="0">
              <a:spcBef>
                <a:spcPts val="0"/>
              </a:spcBef>
              <a:spcAft>
                <a:spcPts val="0"/>
              </a:spcAft>
              <a:buFont typeface="Arial" panose="020B0604020202020204" pitchFamily="34" charset="0"/>
              <a:buChar char="•"/>
            </a:pPr>
            <a:endParaRPr lang="en-US" sz="2800" dirty="0">
              <a:solidFill>
                <a:schemeClr val="dk1"/>
              </a:solidFill>
              <a:latin typeface="Times"/>
              <a:ea typeface="Times"/>
              <a:cs typeface="Times"/>
              <a:sym typeface="Times"/>
            </a:endParaRPr>
          </a:p>
          <a:p>
            <a:pPr marR="0" lvl="0" algn="ctr" rtl="0">
              <a:spcBef>
                <a:spcPts val="0"/>
              </a:spcBef>
              <a:spcAft>
                <a:spcPts val="0"/>
              </a:spcAft>
            </a:pPr>
            <a:endParaRPr lang="en-US" sz="2800" b="1" dirty="0">
              <a:solidFill>
                <a:schemeClr val="dk1"/>
              </a:solidFill>
              <a:latin typeface="Times"/>
              <a:ea typeface="Times"/>
              <a:cs typeface="Times"/>
              <a:sym typeface="Times"/>
            </a:endParaRPr>
          </a:p>
          <a:p>
            <a:pPr marR="0" lvl="0" algn="ctr" rtl="0">
              <a:spcBef>
                <a:spcPts val="0"/>
              </a:spcBef>
              <a:spcAft>
                <a:spcPts val="0"/>
              </a:spcAft>
            </a:pPr>
            <a:r>
              <a:rPr lang="en-US" sz="2800" b="1" dirty="0">
                <a:solidFill>
                  <a:schemeClr val="dk1"/>
                </a:solidFill>
                <a:latin typeface="Times"/>
                <a:ea typeface="Times"/>
                <a:cs typeface="Times"/>
                <a:sym typeface="Times"/>
              </a:rPr>
              <a:t>SpaCy Lemmatization &amp; TF-IDF Vectorization</a:t>
            </a:r>
          </a:p>
          <a:p>
            <a:pPr marR="0" lvl="0" algn="ctr" rtl="0">
              <a:spcBef>
                <a:spcPts val="0"/>
              </a:spcBef>
              <a:spcAft>
                <a:spcPts val="0"/>
              </a:spcAft>
            </a:pPr>
            <a:endParaRPr lang="en-US" sz="2800" dirty="0">
              <a:solidFill>
                <a:schemeClr val="dk1"/>
              </a:solidFill>
              <a:latin typeface="Times"/>
              <a:ea typeface="Times"/>
              <a:cs typeface="Times"/>
              <a:sym typeface="Times"/>
            </a:endParaRPr>
          </a:p>
          <a:p>
            <a:pPr marR="0" lvl="0" algn="ctr" rtl="0">
              <a:spcBef>
                <a:spcPts val="0"/>
              </a:spcBef>
              <a:spcAft>
                <a:spcPts val="0"/>
              </a:spcAft>
            </a:pPr>
            <a:endParaRPr lang="en-US" sz="2800" dirty="0">
              <a:solidFill>
                <a:schemeClr val="dk1"/>
              </a:solidFill>
              <a:latin typeface="Times"/>
              <a:ea typeface="Times"/>
              <a:cs typeface="Times"/>
              <a:sym typeface="Times"/>
            </a:endParaRPr>
          </a:p>
          <a:p>
            <a:pPr marR="0" lvl="0" algn="ctr" rtl="0">
              <a:spcBef>
                <a:spcPts val="0"/>
              </a:spcBef>
              <a:spcAft>
                <a:spcPts val="0"/>
              </a:spcAft>
            </a:pPr>
            <a:r>
              <a:rPr lang="en-US" sz="2800" b="1" dirty="0">
                <a:solidFill>
                  <a:schemeClr val="dk1"/>
                </a:solidFill>
                <a:latin typeface="Times"/>
                <a:ea typeface="Times"/>
                <a:cs typeface="Times"/>
                <a:sym typeface="Times"/>
              </a:rPr>
              <a:t>K-Means (K=3)</a:t>
            </a:r>
          </a:p>
        </p:txBody>
      </p:sp>
      <p:sp>
        <p:nvSpPr>
          <p:cNvPr id="11" name="Arrow: Down 10">
            <a:extLst>
              <a:ext uri="{FF2B5EF4-FFF2-40B4-BE49-F238E27FC236}">
                <a16:creationId xmlns:a16="http://schemas.microsoft.com/office/drawing/2014/main" id="{1FC18265-0B62-5D24-8EB2-E05492E183D1}"/>
              </a:ext>
            </a:extLst>
          </p:cNvPr>
          <p:cNvSpPr/>
          <p:nvPr/>
        </p:nvSpPr>
        <p:spPr>
          <a:xfrm>
            <a:off x="17510034" y="20998998"/>
            <a:ext cx="484632" cy="657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419BAB9F-B94F-6E6B-CCE7-54FA662F194B}"/>
              </a:ext>
            </a:extLst>
          </p:cNvPr>
          <p:cNvSpPr/>
          <p:nvPr/>
        </p:nvSpPr>
        <p:spPr>
          <a:xfrm>
            <a:off x="13669882" y="20998752"/>
            <a:ext cx="484632" cy="657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Down 12">
            <a:extLst>
              <a:ext uri="{FF2B5EF4-FFF2-40B4-BE49-F238E27FC236}">
                <a16:creationId xmlns:a16="http://schemas.microsoft.com/office/drawing/2014/main" id="{1F9B2FD1-99C4-C4EE-497D-486B3CD48070}"/>
              </a:ext>
            </a:extLst>
          </p:cNvPr>
          <p:cNvSpPr/>
          <p:nvPr/>
        </p:nvSpPr>
        <p:spPr>
          <a:xfrm>
            <a:off x="13669882" y="22811237"/>
            <a:ext cx="484632" cy="657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Down 13">
            <a:extLst>
              <a:ext uri="{FF2B5EF4-FFF2-40B4-BE49-F238E27FC236}">
                <a16:creationId xmlns:a16="http://schemas.microsoft.com/office/drawing/2014/main" id="{547DB84C-30F3-3F59-E37E-3DBC9BEBFE92}"/>
              </a:ext>
            </a:extLst>
          </p:cNvPr>
          <p:cNvSpPr/>
          <p:nvPr/>
        </p:nvSpPr>
        <p:spPr>
          <a:xfrm>
            <a:off x="17510034" y="22678911"/>
            <a:ext cx="484632" cy="657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3DF47FFC-2BCD-B720-1345-EFFF0EB3C3B6}"/>
              </a:ext>
            </a:extLst>
          </p:cNvPr>
          <p:cNvSpPr/>
          <p:nvPr/>
        </p:nvSpPr>
        <p:spPr>
          <a:xfrm>
            <a:off x="15131132" y="17203677"/>
            <a:ext cx="749552"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Down 15">
            <a:extLst>
              <a:ext uri="{FF2B5EF4-FFF2-40B4-BE49-F238E27FC236}">
                <a16:creationId xmlns:a16="http://schemas.microsoft.com/office/drawing/2014/main" id="{633FD9B2-CC48-C114-DDF5-89791DD73269}"/>
              </a:ext>
            </a:extLst>
          </p:cNvPr>
          <p:cNvSpPr/>
          <p:nvPr/>
        </p:nvSpPr>
        <p:spPr>
          <a:xfrm>
            <a:off x="16680486" y="23944678"/>
            <a:ext cx="484632" cy="657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A5EAC6FA-6376-6DB9-4316-4E647B7DB235}"/>
              </a:ext>
            </a:extLst>
          </p:cNvPr>
          <p:cNvSpPr/>
          <p:nvPr/>
        </p:nvSpPr>
        <p:spPr>
          <a:xfrm>
            <a:off x="18582499" y="23943410"/>
            <a:ext cx="484632" cy="657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CFDC64D-D8C9-B8DD-7DBD-20CA8F94D9E1}"/>
              </a:ext>
            </a:extLst>
          </p:cNvPr>
          <p:cNvSpPr txBox="1"/>
          <p:nvPr/>
        </p:nvSpPr>
        <p:spPr>
          <a:xfrm>
            <a:off x="15880684" y="24670702"/>
            <a:ext cx="3952609" cy="523220"/>
          </a:xfrm>
          <a:prstGeom prst="rect">
            <a:avLst/>
          </a:prstGeom>
          <a:noFill/>
        </p:spPr>
        <p:txBody>
          <a:bodyPr wrap="square" numCol="2" rtlCol="0">
            <a:spAutoFit/>
          </a:bodyPr>
          <a:lstStyle/>
          <a:p>
            <a:pPr algn="ctr"/>
            <a:r>
              <a:rPr lang="en-US" sz="2800" b="1" dirty="0">
                <a:latin typeface="Times" panose="02020603050405020304" pitchFamily="18" charset="0"/>
                <a:cs typeface="Times" panose="02020603050405020304" pitchFamily="18" charset="0"/>
              </a:rPr>
              <a:t>Categorize</a:t>
            </a:r>
          </a:p>
          <a:p>
            <a:pPr algn="ctr"/>
            <a:r>
              <a:rPr lang="en-US" sz="2800" b="1" dirty="0">
                <a:latin typeface="Times" panose="02020603050405020304" pitchFamily="18" charset="0"/>
                <a:cs typeface="Times" panose="02020603050405020304" pitchFamily="18" charset="0"/>
              </a:rPr>
              <a:t>PCA</a:t>
            </a:r>
          </a:p>
        </p:txBody>
      </p:sp>
      <p:sp>
        <p:nvSpPr>
          <p:cNvPr id="20" name="Arrow: Down 19">
            <a:extLst>
              <a:ext uri="{FF2B5EF4-FFF2-40B4-BE49-F238E27FC236}">
                <a16:creationId xmlns:a16="http://schemas.microsoft.com/office/drawing/2014/main" id="{EA464FC1-FCA2-21C2-9515-53B32F3E8C55}"/>
              </a:ext>
            </a:extLst>
          </p:cNvPr>
          <p:cNvSpPr/>
          <p:nvPr/>
        </p:nvSpPr>
        <p:spPr>
          <a:xfrm>
            <a:off x="13681804" y="24889366"/>
            <a:ext cx="484632" cy="657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Down 22">
            <a:extLst>
              <a:ext uri="{FF2B5EF4-FFF2-40B4-BE49-F238E27FC236}">
                <a16:creationId xmlns:a16="http://schemas.microsoft.com/office/drawing/2014/main" id="{E68FFB96-595C-285B-78A6-0CB238D1F65C}"/>
              </a:ext>
            </a:extLst>
          </p:cNvPr>
          <p:cNvSpPr/>
          <p:nvPr/>
        </p:nvSpPr>
        <p:spPr>
          <a:xfrm>
            <a:off x="13681804" y="26411005"/>
            <a:ext cx="484632" cy="657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3DFD146-DA36-7144-B370-DEE53BC45E72}"/>
              </a:ext>
            </a:extLst>
          </p:cNvPr>
          <p:cNvSpPr/>
          <p:nvPr/>
        </p:nvSpPr>
        <p:spPr>
          <a:xfrm>
            <a:off x="16822552" y="25262616"/>
            <a:ext cx="200500" cy="7344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D870FC5-3E4E-82CC-668C-250BD2F0A0FB}"/>
              </a:ext>
            </a:extLst>
          </p:cNvPr>
          <p:cNvSpPr/>
          <p:nvPr/>
        </p:nvSpPr>
        <p:spPr>
          <a:xfrm>
            <a:off x="18721571" y="25274346"/>
            <a:ext cx="200500" cy="7226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Down 21">
            <a:extLst>
              <a:ext uri="{FF2B5EF4-FFF2-40B4-BE49-F238E27FC236}">
                <a16:creationId xmlns:a16="http://schemas.microsoft.com/office/drawing/2014/main" id="{7FE9D28A-9E62-CE14-0584-9568988E249F}"/>
              </a:ext>
            </a:extLst>
          </p:cNvPr>
          <p:cNvSpPr/>
          <p:nvPr/>
        </p:nvSpPr>
        <p:spPr>
          <a:xfrm rot="5400000">
            <a:off x="16680486" y="24003957"/>
            <a:ext cx="484632" cy="39985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506275E-E5A4-1758-828A-EE7797601B33}"/>
              </a:ext>
            </a:extLst>
          </p:cNvPr>
          <p:cNvSpPr txBox="1"/>
          <p:nvPr/>
        </p:nvSpPr>
        <p:spPr>
          <a:xfrm>
            <a:off x="11947815" y="27077852"/>
            <a:ext cx="8404615" cy="2000548"/>
          </a:xfrm>
          <a:prstGeom prst="rect">
            <a:avLst/>
          </a:prstGeom>
          <a:noFill/>
        </p:spPr>
        <p:txBody>
          <a:bodyPr wrap="square" numCol="2" rtlCol="0">
            <a:spAutoFit/>
          </a:bodyPr>
          <a:lstStyle/>
          <a:p>
            <a:r>
              <a:rPr lang="en-US" sz="2800" b="1" dirty="0">
                <a:latin typeface="Times" panose="02020603050405020304" pitchFamily="18" charset="0"/>
                <a:cs typeface="Times" panose="02020603050405020304" pitchFamily="18" charset="0"/>
              </a:rPr>
              <a:t>Chrome Extension UI:</a:t>
            </a:r>
          </a:p>
          <a:p>
            <a:pPr marL="457200" indent="-457200">
              <a:buFont typeface="Arial" panose="020B0604020202020204" pitchFamily="34" charset="0"/>
              <a:buChar char="•"/>
            </a:pPr>
            <a:r>
              <a:rPr lang="en-US" sz="2400" dirty="0">
                <a:latin typeface="Times" panose="02020603050405020304" pitchFamily="18" charset="0"/>
                <a:cs typeface="Times" panose="02020603050405020304" pitchFamily="18" charset="0"/>
              </a:rPr>
              <a:t>Analyze tab</a:t>
            </a:r>
          </a:p>
          <a:p>
            <a:pPr marL="457200" indent="-457200">
              <a:buFont typeface="Arial" panose="020B0604020202020204" pitchFamily="34" charset="0"/>
              <a:buChar char="•"/>
            </a:pPr>
            <a:r>
              <a:rPr lang="en-US" sz="2400" dirty="0">
                <a:latin typeface="Times" panose="02020603050405020304" pitchFamily="18" charset="0"/>
                <a:cs typeface="Times" panose="02020603050405020304" pitchFamily="18" charset="0"/>
              </a:rPr>
              <a:t>Comments tab</a:t>
            </a:r>
          </a:p>
          <a:p>
            <a:pPr marL="457200" indent="-457200">
              <a:buFont typeface="Arial" panose="020B0604020202020204" pitchFamily="34" charset="0"/>
              <a:buChar char="•"/>
            </a:pPr>
            <a:endParaRPr lang="en-US" sz="2400" dirty="0">
              <a:latin typeface="Times" panose="02020603050405020304" pitchFamily="18" charset="0"/>
              <a:cs typeface="Times" panose="02020603050405020304" pitchFamily="18" charset="0"/>
            </a:endParaRPr>
          </a:p>
          <a:p>
            <a:endParaRPr lang="en-US" sz="2400" dirty="0">
              <a:latin typeface="Times" panose="02020603050405020304" pitchFamily="18" charset="0"/>
              <a:cs typeface="Times" panose="02020603050405020304" pitchFamily="18" charset="0"/>
            </a:endParaRPr>
          </a:p>
          <a:p>
            <a:pPr marL="457200" indent="-457200">
              <a:buFont typeface="Arial" panose="020B0604020202020204" pitchFamily="34" charset="0"/>
              <a:buChar char="•"/>
            </a:pPr>
            <a:endParaRPr lang="en-US" sz="2400" dirty="0">
              <a:latin typeface="Times" panose="02020603050405020304" pitchFamily="18" charset="0"/>
              <a:cs typeface="Times" panose="02020603050405020304" pitchFamily="18" charset="0"/>
            </a:endParaRPr>
          </a:p>
          <a:p>
            <a:pPr marL="457200" indent="-457200">
              <a:buFont typeface="Arial" panose="020B0604020202020204" pitchFamily="34" charset="0"/>
              <a:buChar char="•"/>
            </a:pPr>
            <a:r>
              <a:rPr lang="en-US" sz="2400" dirty="0">
                <a:latin typeface="Times" panose="02020603050405020304" pitchFamily="18" charset="0"/>
                <a:cs typeface="Times" panose="02020603050405020304" pitchFamily="18" charset="0"/>
              </a:rPr>
              <a:t>Model tab</a:t>
            </a:r>
          </a:p>
          <a:p>
            <a:pPr marL="457200" indent="-457200">
              <a:buFont typeface="Arial" panose="020B0604020202020204" pitchFamily="34" charset="0"/>
              <a:buChar char="•"/>
            </a:pPr>
            <a:r>
              <a:rPr lang="en-US" sz="2400" dirty="0">
                <a:latin typeface="Times" panose="02020603050405020304" pitchFamily="18" charset="0"/>
                <a:cs typeface="Times" panose="02020603050405020304" pitchFamily="18" charset="0"/>
              </a:rPr>
              <a:t>PDF Export</a:t>
            </a:r>
          </a:p>
        </p:txBody>
      </p:sp>
      <p:pic>
        <p:nvPicPr>
          <p:cNvPr id="29" name="Picture 28">
            <a:extLst>
              <a:ext uri="{FF2B5EF4-FFF2-40B4-BE49-F238E27FC236}">
                <a16:creationId xmlns:a16="http://schemas.microsoft.com/office/drawing/2014/main" id="{FF02D4B9-BC4E-C789-E7F8-0D93C0987681}"/>
              </a:ext>
            </a:extLst>
          </p:cNvPr>
          <p:cNvPicPr>
            <a:picLocks noChangeAspect="1"/>
          </p:cNvPicPr>
          <p:nvPr/>
        </p:nvPicPr>
        <p:blipFill>
          <a:blip r:embed="rId5"/>
          <a:stretch>
            <a:fillRect/>
          </a:stretch>
        </p:blipFill>
        <p:spPr>
          <a:xfrm>
            <a:off x="1032074" y="7094240"/>
            <a:ext cx="6183964" cy="7734214"/>
          </a:xfrm>
          <a:prstGeom prst="rect">
            <a:avLst/>
          </a:prstGeom>
        </p:spPr>
      </p:pic>
      <p:pic>
        <p:nvPicPr>
          <p:cNvPr id="32" name="Picture 31">
            <a:extLst>
              <a:ext uri="{FF2B5EF4-FFF2-40B4-BE49-F238E27FC236}">
                <a16:creationId xmlns:a16="http://schemas.microsoft.com/office/drawing/2014/main" id="{D82A9E1D-FE8E-E63F-EA07-0D178E55A12A}"/>
              </a:ext>
            </a:extLst>
          </p:cNvPr>
          <p:cNvPicPr>
            <a:picLocks noChangeAspect="1"/>
          </p:cNvPicPr>
          <p:nvPr/>
        </p:nvPicPr>
        <p:blipFill>
          <a:blip r:embed="rId6"/>
          <a:stretch>
            <a:fillRect/>
          </a:stretch>
        </p:blipFill>
        <p:spPr>
          <a:xfrm>
            <a:off x="8259630" y="7094240"/>
            <a:ext cx="5426340" cy="8669847"/>
          </a:xfrm>
          <a:prstGeom prst="rect">
            <a:avLst/>
          </a:prstGeom>
        </p:spPr>
      </p:pic>
      <p:pic>
        <p:nvPicPr>
          <p:cNvPr id="35" name="Picture 34">
            <a:extLst>
              <a:ext uri="{FF2B5EF4-FFF2-40B4-BE49-F238E27FC236}">
                <a16:creationId xmlns:a16="http://schemas.microsoft.com/office/drawing/2014/main" id="{1670D0B0-E420-A4D7-DB8F-558FFBCC52EC}"/>
              </a:ext>
            </a:extLst>
          </p:cNvPr>
          <p:cNvPicPr>
            <a:picLocks noChangeAspect="1"/>
          </p:cNvPicPr>
          <p:nvPr/>
        </p:nvPicPr>
        <p:blipFill>
          <a:blip r:embed="rId7"/>
          <a:stretch>
            <a:fillRect/>
          </a:stretch>
        </p:blipFill>
        <p:spPr>
          <a:xfrm>
            <a:off x="14601964" y="7094240"/>
            <a:ext cx="6894419" cy="6042299"/>
          </a:xfrm>
          <a:prstGeom prst="rect">
            <a:avLst/>
          </a:prstGeom>
        </p:spPr>
      </p:pic>
      <p:grpSp>
        <p:nvGrpSpPr>
          <p:cNvPr id="39" name="Google Shape;98;p1">
            <a:extLst>
              <a:ext uri="{FF2B5EF4-FFF2-40B4-BE49-F238E27FC236}">
                <a16:creationId xmlns:a16="http://schemas.microsoft.com/office/drawing/2014/main" id="{82B34AC9-8622-C800-A026-50F984A46B54}"/>
              </a:ext>
            </a:extLst>
          </p:cNvPr>
          <p:cNvGrpSpPr/>
          <p:nvPr/>
        </p:nvGrpSpPr>
        <p:grpSpPr>
          <a:xfrm>
            <a:off x="901620" y="22193653"/>
            <a:ext cx="9710000" cy="8388596"/>
            <a:chOff x="457200" y="3062938"/>
            <a:chExt cx="15544800" cy="11184778"/>
          </a:xfrm>
        </p:grpSpPr>
        <p:sp>
          <p:nvSpPr>
            <p:cNvPr id="40" name="Google Shape;99;p1">
              <a:extLst>
                <a:ext uri="{FF2B5EF4-FFF2-40B4-BE49-F238E27FC236}">
                  <a16:creationId xmlns:a16="http://schemas.microsoft.com/office/drawing/2014/main" id="{8727C0E9-AF8F-1E0E-5366-FD59C45936D4}"/>
                </a:ext>
              </a:extLst>
            </p:cNvPr>
            <p:cNvSpPr txBox="1"/>
            <p:nvPr/>
          </p:nvSpPr>
          <p:spPr>
            <a:xfrm>
              <a:off x="457200" y="3821013"/>
              <a:ext cx="15544800" cy="10426703"/>
            </a:xfrm>
            <a:prstGeom prst="rect">
              <a:avLst/>
            </a:prstGeom>
            <a:noFill/>
            <a:ln>
              <a:noFill/>
            </a:ln>
          </p:spPr>
          <p:txBody>
            <a:bodyPr spcFirstLastPara="1" wrap="square" lIns="63500" tIns="31725" rIns="63500" bIns="31725" anchor="t" anchorCtr="0">
              <a:spAutoFit/>
            </a:bodyPr>
            <a:lstStyle/>
            <a:p>
              <a:pPr lvl="0"/>
              <a:r>
                <a:rPr lang="en-US" sz="2800" dirty="0">
                  <a:solidFill>
                    <a:schemeClr val="dk1"/>
                  </a:solidFill>
                  <a:latin typeface="Times"/>
                  <a:cs typeface="Times"/>
                  <a:sym typeface="Times"/>
                </a:rPr>
                <a:t>YTCA was tested across several YouTube videos spanning different content types and different audience demographics.</a:t>
              </a:r>
            </a:p>
            <a:p>
              <a:pPr lvl="0"/>
              <a:endParaRPr lang="en-US" sz="2800" dirty="0">
                <a:solidFill>
                  <a:schemeClr val="dk1"/>
                </a:solidFill>
                <a:latin typeface="Times"/>
                <a:cs typeface="Times"/>
                <a:sym typeface="Times"/>
              </a:endParaRPr>
            </a:p>
            <a:p>
              <a:pPr lvl="0"/>
              <a:r>
                <a:rPr lang="en-US" sz="2800" dirty="0">
                  <a:solidFill>
                    <a:schemeClr val="dk1"/>
                  </a:solidFill>
                  <a:latin typeface="Times"/>
                  <a:cs typeface="Times"/>
                  <a:sym typeface="Times"/>
                </a:rPr>
                <a:t>We noticed that videos with informal, slang-heavy comment sections produced noticeably noisier results; as our pipeline struggle to normalize the evolving slangs. </a:t>
              </a:r>
            </a:p>
            <a:p>
              <a:pPr lvl="0"/>
              <a:endParaRPr lang="en-US" sz="2800" dirty="0">
                <a:solidFill>
                  <a:schemeClr val="dk1"/>
                </a:solidFill>
                <a:latin typeface="Times"/>
                <a:cs typeface="Times"/>
                <a:sym typeface="Times"/>
              </a:endParaRPr>
            </a:p>
            <a:p>
              <a:pPr lvl="0"/>
              <a:r>
                <a:rPr lang="en-US" sz="2800" dirty="0">
                  <a:solidFill>
                    <a:schemeClr val="dk1"/>
                  </a:solidFill>
                  <a:latin typeface="Times"/>
                  <a:cs typeface="Times"/>
                  <a:sym typeface="Times"/>
                </a:rPr>
                <a:t>In contrast, videos with more formal comment sections consistently produced stronger results;  positive comments were reliably detected, and negative comments were found in the majority of cases, occasionally missing on “negative” words and sarcastic phrasing.</a:t>
              </a:r>
            </a:p>
            <a:p>
              <a:pPr lvl="0"/>
              <a:endParaRPr lang="en-US" sz="2800" dirty="0">
                <a:solidFill>
                  <a:schemeClr val="dk1"/>
                </a:solidFill>
                <a:latin typeface="Times"/>
                <a:cs typeface="Times"/>
                <a:sym typeface="Times"/>
              </a:endParaRPr>
            </a:p>
            <a:p>
              <a:pPr lvl="0"/>
              <a:r>
                <a:rPr lang="en-US" sz="2800" dirty="0">
                  <a:solidFill>
                    <a:schemeClr val="dk1"/>
                  </a:solidFill>
                  <a:latin typeface="Times"/>
                  <a:cs typeface="Times"/>
                  <a:sym typeface="Times"/>
                </a:rPr>
                <a:t>Overall, YTCA is a lightweight NLP pipeline that effectively identify negative comments without using LLMs; saving both computational power and time. Compared to LLMs like GPT-4, we save API tokens, financial cost, and have 0 data privacy concerns, making it a viable tool for real-world use.</a:t>
              </a:r>
            </a:p>
          </p:txBody>
        </p:sp>
        <p:sp>
          <p:nvSpPr>
            <p:cNvPr id="41" name="Google Shape;100;p1">
              <a:extLst>
                <a:ext uri="{FF2B5EF4-FFF2-40B4-BE49-F238E27FC236}">
                  <a16:creationId xmlns:a16="http://schemas.microsoft.com/office/drawing/2014/main" id="{9C659B1F-D904-7D1F-C844-8B7BC848F22B}"/>
                </a:ext>
              </a:extLst>
            </p:cNvPr>
            <p:cNvSpPr txBox="1"/>
            <p:nvPr/>
          </p:nvSpPr>
          <p:spPr>
            <a:xfrm>
              <a:off x="457200" y="3062938"/>
              <a:ext cx="15544800" cy="659999"/>
            </a:xfrm>
            <a:prstGeom prst="rect">
              <a:avLst/>
            </a:prstGeom>
            <a:noFill/>
            <a:ln>
              <a:noFill/>
            </a:ln>
          </p:spPr>
          <p:txBody>
            <a:bodyPr spcFirstLastPara="1" wrap="square" lIns="63500" tIns="31725" rIns="63500" bIns="31725" anchor="t" anchorCtr="0">
              <a:spAutoFit/>
            </a:bodyPr>
            <a:lstStyle/>
            <a:p>
              <a:pPr marL="0" marR="0" lvl="0" indent="0" algn="ctr" rtl="0">
                <a:spcBef>
                  <a:spcPts val="0"/>
                </a:spcBef>
                <a:spcAft>
                  <a:spcPts val="0"/>
                </a:spcAft>
                <a:buNone/>
              </a:pPr>
              <a:r>
                <a:rPr lang="en-US" sz="2800" b="1" dirty="0">
                  <a:solidFill>
                    <a:srgbClr val="CD3E3D"/>
                  </a:solidFill>
                  <a:latin typeface="Trebuchet MS"/>
                  <a:ea typeface="Trebuchet MS"/>
                  <a:cs typeface="Trebuchet MS"/>
                  <a:sym typeface="Trebuchet MS"/>
                </a:rPr>
                <a:t>Results and Conclusion</a:t>
              </a:r>
              <a:endParaRPr sz="1000" dirty="0"/>
            </a:p>
          </p:txBody>
        </p:sp>
      </p:grpSp>
      <p:grpSp>
        <p:nvGrpSpPr>
          <p:cNvPr id="5" name="Google Shape;88;p1">
            <a:extLst>
              <a:ext uri="{FF2B5EF4-FFF2-40B4-BE49-F238E27FC236}">
                <a16:creationId xmlns:a16="http://schemas.microsoft.com/office/drawing/2014/main" id="{59AA4E08-90D7-5545-E1B7-D6D1A39A90B0}"/>
              </a:ext>
            </a:extLst>
          </p:cNvPr>
          <p:cNvGrpSpPr/>
          <p:nvPr/>
        </p:nvGrpSpPr>
        <p:grpSpPr>
          <a:xfrm>
            <a:off x="10972800" y="28994706"/>
            <a:ext cx="9710000" cy="1494401"/>
            <a:chOff x="457200" y="3062938"/>
            <a:chExt cx="15544800" cy="1992535"/>
          </a:xfrm>
        </p:grpSpPr>
        <p:sp>
          <p:nvSpPr>
            <p:cNvPr id="6" name="Google Shape;89;p1">
              <a:extLst>
                <a:ext uri="{FF2B5EF4-FFF2-40B4-BE49-F238E27FC236}">
                  <a16:creationId xmlns:a16="http://schemas.microsoft.com/office/drawing/2014/main" id="{1A94106E-BCF0-7331-5F75-29216B14252F}"/>
                </a:ext>
              </a:extLst>
            </p:cNvPr>
            <p:cNvSpPr txBox="1"/>
            <p:nvPr/>
          </p:nvSpPr>
          <p:spPr>
            <a:xfrm>
              <a:off x="457200" y="3821014"/>
              <a:ext cx="15544800" cy="1234459"/>
            </a:xfrm>
            <a:prstGeom prst="rect">
              <a:avLst/>
            </a:prstGeom>
            <a:noFill/>
            <a:ln>
              <a:noFill/>
            </a:ln>
          </p:spPr>
          <p:txBody>
            <a:bodyPr spcFirstLastPara="1" wrap="square" lIns="63500" tIns="31725" rIns="63500" bIns="31725" anchor="t" anchorCtr="0">
              <a:spAutoFit/>
            </a:bodyPr>
            <a:lstStyle/>
            <a:p>
              <a:pPr lvl="0"/>
              <a:r>
                <a:rPr lang="en-US" sz="2800" dirty="0">
                  <a:solidFill>
                    <a:schemeClr val="dk1"/>
                  </a:solidFill>
                  <a:latin typeface="Times"/>
                  <a:cs typeface="Times"/>
                  <a:sym typeface="Times"/>
                </a:rPr>
                <a:t>Analyzed YouTube Video: https://www.youtube.com/watch?v=EK32jo7i5LQ</a:t>
              </a:r>
            </a:p>
          </p:txBody>
        </p:sp>
        <p:sp>
          <p:nvSpPr>
            <p:cNvPr id="7" name="Google Shape;90;p1">
              <a:extLst>
                <a:ext uri="{FF2B5EF4-FFF2-40B4-BE49-F238E27FC236}">
                  <a16:creationId xmlns:a16="http://schemas.microsoft.com/office/drawing/2014/main" id="{FD1BDCA6-B9D6-6CB0-3D3C-E1BF8FC4B8FF}"/>
                </a:ext>
              </a:extLst>
            </p:cNvPr>
            <p:cNvSpPr txBox="1"/>
            <p:nvPr/>
          </p:nvSpPr>
          <p:spPr>
            <a:xfrm>
              <a:off x="457200" y="3062938"/>
              <a:ext cx="15544800" cy="660000"/>
            </a:xfrm>
            <a:prstGeom prst="rect">
              <a:avLst/>
            </a:prstGeom>
            <a:noFill/>
            <a:ln>
              <a:noFill/>
            </a:ln>
          </p:spPr>
          <p:txBody>
            <a:bodyPr spcFirstLastPara="1" wrap="square" lIns="63500" tIns="31725" rIns="63500" bIns="31725" anchor="t" anchorCtr="0">
              <a:spAutoFit/>
            </a:bodyPr>
            <a:lstStyle/>
            <a:p>
              <a:pPr marL="0" marR="0" lvl="0" indent="0" algn="ctr" rtl="0">
                <a:spcBef>
                  <a:spcPts val="0"/>
                </a:spcBef>
                <a:spcAft>
                  <a:spcPts val="0"/>
                </a:spcAft>
                <a:buNone/>
              </a:pPr>
              <a:r>
                <a:rPr lang="en-US" sz="2800" b="1" dirty="0">
                  <a:solidFill>
                    <a:srgbClr val="CD3E3D"/>
                  </a:solidFill>
                  <a:latin typeface="Trebuchet MS"/>
                  <a:ea typeface="Trebuchet MS"/>
                  <a:cs typeface="Trebuchet MS"/>
                  <a:sym typeface="Trebuchet MS"/>
                </a:rPr>
                <a:t>Reference(s)</a:t>
              </a:r>
              <a:endParaRPr sz="1000" dirty="0"/>
            </a:p>
          </p:txBody>
        </p:sp>
      </p:gr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229</TotalTime>
  <Words>464</Words>
  <Application>Microsoft Office PowerPoint</Application>
  <PresentationFormat>Custom</PresentationFormat>
  <Paragraphs>75</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Impact</vt:lpstr>
      <vt:lpstr>Times</vt:lpstr>
      <vt:lpstr>Trebuchet MS</vt:lpstr>
      <vt:lpstr>Office Theme</vt:lpstr>
      <vt:lpstr>YouTube Comment Analyzer: Know your viewers better.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an Exciting Project with Even More Exciting Results</dc:title>
  <dc:creator>Greg Mori</dc:creator>
  <cp:lastModifiedBy>Nick Lei</cp:lastModifiedBy>
  <cp:revision>5</cp:revision>
  <dcterms:created xsi:type="dcterms:W3CDTF">2018-11-28T01:52:15Z</dcterms:created>
  <dcterms:modified xsi:type="dcterms:W3CDTF">2026-04-09T04:45:41Z</dcterms:modified>
</cp:coreProperties>
</file>